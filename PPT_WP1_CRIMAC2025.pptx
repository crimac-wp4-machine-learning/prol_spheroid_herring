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4" r:id="rId6"/>
    <p:sldId id="257" r:id="rId7"/>
    <p:sldId id="278" r:id="rId8"/>
    <p:sldId id="282" r:id="rId9"/>
    <p:sldId id="258" r:id="rId10"/>
    <p:sldId id="262" r:id="rId11"/>
    <p:sldId id="276" r:id="rId12"/>
    <p:sldId id="273" r:id="rId13"/>
    <p:sldId id="283" r:id="rId14"/>
    <p:sldId id="263" r:id="rId15"/>
    <p:sldId id="270" r:id="rId16"/>
    <p:sldId id="279" r:id="rId17"/>
    <p:sldId id="280" r:id="rId18"/>
    <p:sldId id="272" r:id="rId19"/>
    <p:sldId id="277" r:id="rId20"/>
    <p:sldId id="281" r:id="rId21"/>
    <p:sldId id="271" r:id="rId22"/>
    <p:sldId id="2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648E1-62D6-4ADF-921B-11BBDDF42B18}" v="6003" dt="2025-11-03T08:42:57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dabandeloo, Babak" userId="3242f5d0-fe95-4f88-8be2-dbc526982ce4" providerId="ADAL" clId="{33985D7C-CE40-416F-87AE-2A2A35139E6F}"/>
    <pc:docChg chg="undo custSel addSld delSld modSld sldOrd">
      <pc:chgData name="Khodabandeloo, Babak" userId="3242f5d0-fe95-4f88-8be2-dbc526982ce4" providerId="ADAL" clId="{33985D7C-CE40-416F-87AE-2A2A35139E6F}" dt="2025-11-03T08:46:09.295" v="6866" actId="1076"/>
      <pc:docMkLst>
        <pc:docMk/>
      </pc:docMkLst>
      <pc:sldChg chg="addSp delSp modSp mod">
        <pc:chgData name="Khodabandeloo, Babak" userId="3242f5d0-fe95-4f88-8be2-dbc526982ce4" providerId="ADAL" clId="{33985D7C-CE40-416F-87AE-2A2A35139E6F}" dt="2025-11-02T09:41:50.533" v="5067" actId="1076"/>
        <pc:sldMkLst>
          <pc:docMk/>
          <pc:sldMk cId="109857222" sldId="256"/>
        </pc:sldMkLst>
        <pc:spChg chg="mod">
          <ac:chgData name="Khodabandeloo, Babak" userId="3242f5d0-fe95-4f88-8be2-dbc526982ce4" providerId="ADAL" clId="{33985D7C-CE40-416F-87AE-2A2A35139E6F}" dt="2025-11-02T09:41:50.533" v="5067" actId="1076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Khodabandeloo, Babak" userId="3242f5d0-fe95-4f88-8be2-dbc526982ce4" providerId="ADAL" clId="{33985D7C-CE40-416F-87AE-2A2A35139E6F}" dt="2025-11-02T09:12:38.508" v="4750" actId="478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Khodabandeloo, Babak" userId="3242f5d0-fe95-4f88-8be2-dbc526982ce4" providerId="ADAL" clId="{33985D7C-CE40-416F-87AE-2A2A35139E6F}" dt="2025-11-02T09:11:18.627" v="4712" actId="478"/>
          <ac:spMkLst>
            <pc:docMk/>
            <pc:sldMk cId="109857222" sldId="256"/>
            <ac:spMk id="5" creationId="{2AA3EA1B-F372-3B88-A2B1-2A3499AA3540}"/>
          </ac:spMkLst>
        </pc:spChg>
        <pc:spChg chg="add del mod">
          <ac:chgData name="Khodabandeloo, Babak" userId="3242f5d0-fe95-4f88-8be2-dbc526982ce4" providerId="ADAL" clId="{33985D7C-CE40-416F-87AE-2A2A35139E6F}" dt="2025-11-02T09:12:41.857" v="4751" actId="478"/>
          <ac:spMkLst>
            <pc:docMk/>
            <pc:sldMk cId="109857222" sldId="256"/>
            <ac:spMk id="7" creationId="{A9862965-B917-EFA1-8016-1ABBF724583B}"/>
          </ac:spMkLst>
        </pc:spChg>
        <pc:spChg chg="add mod">
          <ac:chgData name="Khodabandeloo, Babak" userId="3242f5d0-fe95-4f88-8be2-dbc526982ce4" providerId="ADAL" clId="{33985D7C-CE40-416F-87AE-2A2A35139E6F}" dt="2025-11-02T09:41:15.826" v="5053" actId="1076"/>
          <ac:spMkLst>
            <pc:docMk/>
            <pc:sldMk cId="109857222" sldId="256"/>
            <ac:spMk id="11" creationId="{41215144-DDF5-0201-E950-4B09AD57C199}"/>
          </ac:spMkLst>
        </pc:spChg>
        <pc:spChg chg="add del mod">
          <ac:chgData name="Khodabandeloo, Babak" userId="3242f5d0-fe95-4f88-8be2-dbc526982ce4" providerId="ADAL" clId="{33985D7C-CE40-416F-87AE-2A2A35139E6F}" dt="2025-11-02T09:13:41.609" v="4769" actId="478"/>
          <ac:spMkLst>
            <pc:docMk/>
            <pc:sldMk cId="109857222" sldId="256"/>
            <ac:spMk id="15" creationId="{66E3DDC0-2D07-2CE4-E1AE-7CEC1E8A6631}"/>
          </ac:spMkLst>
        </pc:spChg>
        <pc:spChg chg="add mod">
          <ac:chgData name="Khodabandeloo, Babak" userId="3242f5d0-fe95-4f88-8be2-dbc526982ce4" providerId="ADAL" clId="{33985D7C-CE40-416F-87AE-2A2A35139E6F}" dt="2025-11-02T09:15:21.388" v="4821" actId="1076"/>
          <ac:spMkLst>
            <pc:docMk/>
            <pc:sldMk cId="109857222" sldId="256"/>
            <ac:spMk id="17" creationId="{86A78887-F51A-1849-2B20-7D475056F08B}"/>
          </ac:spMkLst>
        </pc:spChg>
        <pc:picChg chg="add del mod">
          <ac:chgData name="Khodabandeloo, Babak" userId="3242f5d0-fe95-4f88-8be2-dbc526982ce4" providerId="ADAL" clId="{33985D7C-CE40-416F-87AE-2A2A35139E6F}" dt="2025-11-02T09:12:54.856" v="4754" actId="478"/>
          <ac:picMkLst>
            <pc:docMk/>
            <pc:sldMk cId="109857222" sldId="256"/>
            <ac:picMk id="8" creationId="{4BAD7872-8329-4A3A-98EE-94584C55B345}"/>
          </ac:picMkLst>
        </pc:picChg>
        <pc:picChg chg="add del mod">
          <ac:chgData name="Khodabandeloo, Babak" userId="3242f5d0-fe95-4f88-8be2-dbc526982ce4" providerId="ADAL" clId="{33985D7C-CE40-416F-87AE-2A2A35139E6F}" dt="2025-11-02T09:12:54.856" v="4754" actId="478"/>
          <ac:picMkLst>
            <pc:docMk/>
            <pc:sldMk cId="109857222" sldId="256"/>
            <ac:picMk id="9" creationId="{C8E5843B-7931-E37F-51F5-C4036C75A3B7}"/>
          </ac:picMkLst>
        </pc:picChg>
        <pc:picChg chg="add mod">
          <ac:chgData name="Khodabandeloo, Babak" userId="3242f5d0-fe95-4f88-8be2-dbc526982ce4" providerId="ADAL" clId="{33985D7C-CE40-416F-87AE-2A2A35139E6F}" dt="2025-11-02T09:12:49.772" v="4753" actId="1076"/>
          <ac:picMkLst>
            <pc:docMk/>
            <pc:sldMk cId="109857222" sldId="256"/>
            <ac:picMk id="10" creationId="{7603BEDE-06A2-6F62-AC3E-D8484F85107E}"/>
          </ac:picMkLst>
        </pc:picChg>
        <pc:picChg chg="add del mod">
          <ac:chgData name="Khodabandeloo, Babak" userId="3242f5d0-fe95-4f88-8be2-dbc526982ce4" providerId="ADAL" clId="{33985D7C-CE40-416F-87AE-2A2A35139E6F}" dt="2025-11-02T09:41:12.001" v="5052" actId="478"/>
          <ac:picMkLst>
            <pc:docMk/>
            <pc:sldMk cId="109857222" sldId="256"/>
            <ac:picMk id="12" creationId="{E6C2E826-2F50-CD0D-A276-994E7E2857E0}"/>
          </ac:picMkLst>
        </pc:picChg>
        <pc:picChg chg="add del mod">
          <ac:chgData name="Khodabandeloo, Babak" userId="3242f5d0-fe95-4f88-8be2-dbc526982ce4" providerId="ADAL" clId="{33985D7C-CE40-416F-87AE-2A2A35139E6F}" dt="2025-11-02T09:41:12.001" v="5052" actId="478"/>
          <ac:picMkLst>
            <pc:docMk/>
            <pc:sldMk cId="109857222" sldId="256"/>
            <ac:picMk id="13" creationId="{0480D261-6280-3A42-4377-F51063007B8A}"/>
          </ac:picMkLst>
        </pc:picChg>
        <pc:picChg chg="add del mod">
          <ac:chgData name="Khodabandeloo, Babak" userId="3242f5d0-fe95-4f88-8be2-dbc526982ce4" providerId="ADAL" clId="{33985D7C-CE40-416F-87AE-2A2A35139E6F}" dt="2025-11-02T09:13:43.900" v="4770" actId="478"/>
          <ac:picMkLst>
            <pc:docMk/>
            <pc:sldMk cId="109857222" sldId="256"/>
            <ac:picMk id="14" creationId="{F5196F10-786B-19DF-761E-982EFBF33ED5}"/>
          </ac:picMkLst>
        </pc:picChg>
      </pc:sldChg>
      <pc:sldChg chg="addSp delSp modSp new mod ord">
        <pc:chgData name="Khodabandeloo, Babak" userId="3242f5d0-fe95-4f88-8be2-dbc526982ce4" providerId="ADAL" clId="{33985D7C-CE40-416F-87AE-2A2A35139E6F}" dt="2025-11-03T08:35:40.218" v="6508" actId="1076"/>
        <pc:sldMkLst>
          <pc:docMk/>
          <pc:sldMk cId="2785045350" sldId="257"/>
        </pc:sldMkLst>
        <pc:spChg chg="mod">
          <ac:chgData name="Khodabandeloo, Babak" userId="3242f5d0-fe95-4f88-8be2-dbc526982ce4" providerId="ADAL" clId="{33985D7C-CE40-416F-87AE-2A2A35139E6F}" dt="2025-11-02T15:28:48.594" v="5092" actId="1076"/>
          <ac:spMkLst>
            <pc:docMk/>
            <pc:sldMk cId="2785045350" sldId="257"/>
            <ac:spMk id="2" creationId="{7905DA57-5A6E-CFF0-D9C0-0E665E8E60F8}"/>
          </ac:spMkLst>
        </pc:spChg>
        <pc:spChg chg="add del mod">
          <ac:chgData name="Khodabandeloo, Babak" userId="3242f5d0-fe95-4f88-8be2-dbc526982ce4" providerId="ADAL" clId="{33985D7C-CE40-416F-87AE-2A2A35139E6F}" dt="2025-11-03T08:23:02.205" v="6343" actId="478"/>
          <ac:spMkLst>
            <pc:docMk/>
            <pc:sldMk cId="2785045350" sldId="257"/>
            <ac:spMk id="3" creationId="{8FAC67E7-3173-1563-34AA-783AA9496953}"/>
          </ac:spMkLst>
        </pc:spChg>
        <pc:spChg chg="add mod">
          <ac:chgData name="Khodabandeloo, Babak" userId="3242f5d0-fe95-4f88-8be2-dbc526982ce4" providerId="ADAL" clId="{33985D7C-CE40-416F-87AE-2A2A35139E6F}" dt="2025-11-03T08:23:46.026" v="6369" actId="20577"/>
          <ac:spMkLst>
            <pc:docMk/>
            <pc:sldMk cId="2785045350" sldId="257"/>
            <ac:spMk id="6" creationId="{276C55D2-6EF8-D071-8EAB-D6CC979C0337}"/>
          </ac:spMkLst>
        </pc:spChg>
        <pc:spChg chg="add mod">
          <ac:chgData name="Khodabandeloo, Babak" userId="3242f5d0-fe95-4f88-8be2-dbc526982ce4" providerId="ADAL" clId="{33985D7C-CE40-416F-87AE-2A2A35139E6F}" dt="2025-11-03T08:35:12.740" v="6503" actId="207"/>
          <ac:spMkLst>
            <pc:docMk/>
            <pc:sldMk cId="2785045350" sldId="257"/>
            <ac:spMk id="9" creationId="{297ECA82-E182-0AC7-C14C-2FB82FF251CF}"/>
          </ac:spMkLst>
        </pc:spChg>
        <pc:spChg chg="add mod">
          <ac:chgData name="Khodabandeloo, Babak" userId="3242f5d0-fe95-4f88-8be2-dbc526982ce4" providerId="ADAL" clId="{33985D7C-CE40-416F-87AE-2A2A35139E6F}" dt="2025-11-03T08:35:09.607" v="6502" actId="207"/>
          <ac:spMkLst>
            <pc:docMk/>
            <pc:sldMk cId="2785045350" sldId="257"/>
            <ac:spMk id="10" creationId="{DDF61A78-03C4-2AA6-EAD2-578458E749BD}"/>
          </ac:spMkLst>
        </pc:spChg>
        <pc:spChg chg="del mod">
          <ac:chgData name="Khodabandeloo, Babak" userId="3242f5d0-fe95-4f88-8be2-dbc526982ce4" providerId="ADAL" clId="{33985D7C-CE40-416F-87AE-2A2A35139E6F}" dt="2025-11-02T15:28:09.529" v="5081" actId="478"/>
          <ac:spMkLst>
            <pc:docMk/>
            <pc:sldMk cId="2785045350" sldId="257"/>
            <ac:spMk id="10" creationId="{F4420A4B-241C-5931-0599-EF521A2BB344}"/>
          </ac:spMkLst>
        </pc:spChg>
        <pc:spChg chg="del mod">
          <ac:chgData name="Khodabandeloo, Babak" userId="3242f5d0-fe95-4f88-8be2-dbc526982ce4" providerId="ADAL" clId="{33985D7C-CE40-416F-87AE-2A2A35139E6F}" dt="2025-11-02T15:28:04.822" v="5079" actId="478"/>
          <ac:spMkLst>
            <pc:docMk/>
            <pc:sldMk cId="2785045350" sldId="257"/>
            <ac:spMk id="13" creationId="{966F5CF8-DD7D-8ED6-E7AB-5A7CEE9AD68A}"/>
          </ac:spMkLst>
        </pc:spChg>
        <pc:spChg chg="mod">
          <ac:chgData name="Khodabandeloo, Babak" userId="3242f5d0-fe95-4f88-8be2-dbc526982ce4" providerId="ADAL" clId="{33985D7C-CE40-416F-87AE-2A2A35139E6F}" dt="2025-11-02T15:27:40.681" v="5075"/>
          <ac:spMkLst>
            <pc:docMk/>
            <pc:sldMk cId="2785045350" sldId="257"/>
            <ac:spMk id="14" creationId="{26C21CE9-FBE6-C97B-C819-904A532C81EB}"/>
          </ac:spMkLst>
        </pc:spChg>
        <pc:spChg chg="mod">
          <ac:chgData name="Khodabandeloo, Babak" userId="3242f5d0-fe95-4f88-8be2-dbc526982ce4" providerId="ADAL" clId="{33985D7C-CE40-416F-87AE-2A2A35139E6F}" dt="2025-11-02T15:27:40.681" v="5075"/>
          <ac:spMkLst>
            <pc:docMk/>
            <pc:sldMk cId="2785045350" sldId="257"/>
            <ac:spMk id="16" creationId="{65B4C042-6EF2-FDDB-264F-E70155F8F7D1}"/>
          </ac:spMkLst>
        </pc:spChg>
        <pc:spChg chg="mod">
          <ac:chgData name="Khodabandeloo, Babak" userId="3242f5d0-fe95-4f88-8be2-dbc526982ce4" providerId="ADAL" clId="{33985D7C-CE40-416F-87AE-2A2A35139E6F}" dt="2025-11-02T15:28:33.927" v="5086" actId="1076"/>
          <ac:spMkLst>
            <pc:docMk/>
            <pc:sldMk cId="2785045350" sldId="257"/>
            <ac:spMk id="24" creationId="{C96A0E24-CA7E-59B6-6325-D7D1FA3D999E}"/>
          </ac:spMkLst>
        </pc:spChg>
        <pc:spChg chg="mod">
          <ac:chgData name="Khodabandeloo, Babak" userId="3242f5d0-fe95-4f88-8be2-dbc526982ce4" providerId="ADAL" clId="{33985D7C-CE40-416F-87AE-2A2A35139E6F}" dt="2025-11-02T15:28:23.048" v="5083"/>
          <ac:spMkLst>
            <pc:docMk/>
            <pc:sldMk cId="2785045350" sldId="257"/>
            <ac:spMk id="25" creationId="{BE6EC55B-61BF-303F-4055-5A1002C3E200}"/>
          </ac:spMkLst>
        </pc:spChg>
        <pc:spChg chg="mod">
          <ac:chgData name="Khodabandeloo, Babak" userId="3242f5d0-fe95-4f88-8be2-dbc526982ce4" providerId="ADAL" clId="{33985D7C-CE40-416F-87AE-2A2A35139E6F}" dt="2025-11-02T15:28:37.995" v="5088" actId="1076"/>
          <ac:spMkLst>
            <pc:docMk/>
            <pc:sldMk cId="2785045350" sldId="257"/>
            <ac:spMk id="26" creationId="{22CDB4C1-AC32-8FF9-B122-84A4BB875E97}"/>
          </ac:spMkLst>
        </pc:spChg>
        <pc:spChg chg="mod">
          <ac:chgData name="Khodabandeloo, Babak" userId="3242f5d0-fe95-4f88-8be2-dbc526982ce4" providerId="ADAL" clId="{33985D7C-CE40-416F-87AE-2A2A35139E6F}" dt="2025-11-02T15:28:23.048" v="5083"/>
          <ac:spMkLst>
            <pc:docMk/>
            <pc:sldMk cId="2785045350" sldId="257"/>
            <ac:spMk id="27" creationId="{885E977F-948E-AA1D-B591-423C37B3A8F8}"/>
          </ac:spMkLst>
        </pc:spChg>
        <pc:grpChg chg="add del mod">
          <ac:chgData name="Khodabandeloo, Babak" userId="3242f5d0-fe95-4f88-8be2-dbc526982ce4" providerId="ADAL" clId="{33985D7C-CE40-416F-87AE-2A2A35139E6F}" dt="2025-11-02T15:28:15.730" v="5082" actId="478"/>
          <ac:grpSpMkLst>
            <pc:docMk/>
            <pc:sldMk cId="2785045350" sldId="257"/>
            <ac:grpSpMk id="3" creationId="{F92A767D-7938-F5B8-0D41-40EAA4C0EA2E}"/>
          </ac:grpSpMkLst>
        </pc:grpChg>
        <pc:grpChg chg="mod">
          <ac:chgData name="Khodabandeloo, Babak" userId="3242f5d0-fe95-4f88-8be2-dbc526982ce4" providerId="ADAL" clId="{33985D7C-CE40-416F-87AE-2A2A35139E6F}" dt="2025-11-02T15:27:40.681" v="5075"/>
          <ac:grpSpMkLst>
            <pc:docMk/>
            <pc:sldMk cId="2785045350" sldId="257"/>
            <ac:grpSpMk id="4" creationId="{D9AB5368-0BAF-1875-BFE2-DF2E2C6B24CE}"/>
          </ac:grpSpMkLst>
        </pc:grpChg>
        <pc:grpChg chg="add mod">
          <ac:chgData name="Khodabandeloo, Babak" userId="3242f5d0-fe95-4f88-8be2-dbc526982ce4" providerId="ADAL" clId="{33985D7C-CE40-416F-87AE-2A2A35139E6F}" dt="2025-11-02T15:28:51.025" v="5093" actId="1076"/>
          <ac:grpSpMkLst>
            <pc:docMk/>
            <pc:sldMk cId="2785045350" sldId="257"/>
            <ac:grpSpMk id="17" creationId="{90A722C9-D945-A606-BB3A-AB3B6B295789}"/>
          </ac:grpSpMkLst>
        </pc:grpChg>
        <pc:grpChg chg="mod">
          <ac:chgData name="Khodabandeloo, Babak" userId="3242f5d0-fe95-4f88-8be2-dbc526982ce4" providerId="ADAL" clId="{33985D7C-CE40-416F-87AE-2A2A35139E6F}" dt="2025-11-02T15:28:23.048" v="5083"/>
          <ac:grpSpMkLst>
            <pc:docMk/>
            <pc:sldMk cId="2785045350" sldId="257"/>
            <ac:grpSpMk id="18" creationId="{42E11839-53CF-EDF1-38EF-26A126558550}"/>
          </ac:grpSpMkLst>
        </pc:grpChg>
        <pc:picChg chg="add mod">
          <ac:chgData name="Khodabandeloo, Babak" userId="3242f5d0-fe95-4f88-8be2-dbc526982ce4" providerId="ADAL" clId="{33985D7C-CE40-416F-87AE-2A2A35139E6F}" dt="2025-11-03T08:33:52.762" v="6452" actId="1076"/>
          <ac:picMkLst>
            <pc:docMk/>
            <pc:sldMk cId="2785045350" sldId="257"/>
            <ac:picMk id="5" creationId="{28DCC72F-7E76-E50B-D9B5-3078BEA7A9AA}"/>
          </ac:picMkLst>
        </pc:picChg>
        <pc:picChg chg="add mod">
          <ac:chgData name="Khodabandeloo, Babak" userId="3242f5d0-fe95-4f88-8be2-dbc526982ce4" providerId="ADAL" clId="{33985D7C-CE40-416F-87AE-2A2A35139E6F}" dt="2025-11-03T08:35:28.723" v="6505" actId="1076"/>
          <ac:picMkLst>
            <pc:docMk/>
            <pc:sldMk cId="2785045350" sldId="257"/>
            <ac:picMk id="7" creationId="{7A45329A-91CD-7657-13E0-B89ED5B22F62}"/>
          </ac:picMkLst>
        </pc:picChg>
        <pc:picChg chg="add mod">
          <ac:chgData name="Khodabandeloo, Babak" userId="3242f5d0-fe95-4f88-8be2-dbc526982ce4" providerId="ADAL" clId="{33985D7C-CE40-416F-87AE-2A2A35139E6F}" dt="2025-11-03T08:35:40.218" v="6508" actId="1076"/>
          <ac:picMkLst>
            <pc:docMk/>
            <pc:sldMk cId="2785045350" sldId="257"/>
            <ac:picMk id="11" creationId="{3ECAB960-DEF0-B573-91C1-DC2ADF5669D7}"/>
          </ac:picMkLst>
        </pc:picChg>
        <pc:cxnChg chg="del">
          <ac:chgData name="Khodabandeloo, Babak" userId="3242f5d0-fe95-4f88-8be2-dbc526982ce4" providerId="ADAL" clId="{33985D7C-CE40-416F-87AE-2A2A35139E6F}" dt="2025-11-02T15:28:02.805" v="5078" actId="478"/>
          <ac:cxnSpMkLst>
            <pc:docMk/>
            <pc:sldMk cId="2785045350" sldId="257"/>
            <ac:cxnSpMk id="6" creationId="{ED877B5C-575D-30AC-C73E-D5C0738D3D08}"/>
          </ac:cxnSpMkLst>
        </pc:cxnChg>
        <pc:cxnChg chg="mod">
          <ac:chgData name="Khodabandeloo, Babak" userId="3242f5d0-fe95-4f88-8be2-dbc526982ce4" providerId="ADAL" clId="{33985D7C-CE40-416F-87AE-2A2A35139E6F}" dt="2025-11-02T15:27:40.681" v="5075"/>
          <ac:cxnSpMkLst>
            <pc:docMk/>
            <pc:sldMk cId="2785045350" sldId="257"/>
            <ac:cxnSpMk id="8" creationId="{96873430-AB82-F2C3-0136-CD79429039BA}"/>
          </ac:cxnSpMkLst>
        </pc:cxnChg>
        <pc:cxnChg chg="mod">
          <ac:chgData name="Khodabandeloo, Babak" userId="3242f5d0-fe95-4f88-8be2-dbc526982ce4" providerId="ADAL" clId="{33985D7C-CE40-416F-87AE-2A2A35139E6F}" dt="2025-11-02T15:27:40.681" v="5075"/>
          <ac:cxnSpMkLst>
            <pc:docMk/>
            <pc:sldMk cId="2785045350" sldId="257"/>
            <ac:cxnSpMk id="9" creationId="{16BD35AA-5050-9BC9-0F82-44E32A7C206D}"/>
          </ac:cxnSpMkLst>
        </pc:cxnChg>
        <pc:cxnChg chg="del mod">
          <ac:chgData name="Khodabandeloo, Babak" userId="3242f5d0-fe95-4f88-8be2-dbc526982ce4" providerId="ADAL" clId="{33985D7C-CE40-416F-87AE-2A2A35139E6F}" dt="2025-11-02T15:28:06.467" v="5080" actId="478"/>
          <ac:cxnSpMkLst>
            <pc:docMk/>
            <pc:sldMk cId="2785045350" sldId="257"/>
            <ac:cxnSpMk id="12" creationId="{7C5D6405-73B1-6BA2-CB80-ED798F9B30E0}"/>
          </ac:cxnSpMkLst>
        </pc:cxnChg>
        <pc:cxnChg chg="mod">
          <ac:chgData name="Khodabandeloo, Babak" userId="3242f5d0-fe95-4f88-8be2-dbc526982ce4" providerId="ADAL" clId="{33985D7C-CE40-416F-87AE-2A2A35139E6F}" dt="2025-11-02T15:27:40.681" v="5075"/>
          <ac:cxnSpMkLst>
            <pc:docMk/>
            <pc:sldMk cId="2785045350" sldId="257"/>
            <ac:cxnSpMk id="15" creationId="{E2CB4754-3344-BECA-3B9A-6F9CEF368395}"/>
          </ac:cxnSpMkLst>
        </pc:cxnChg>
        <pc:cxnChg chg="mod">
          <ac:chgData name="Khodabandeloo, Babak" userId="3242f5d0-fe95-4f88-8be2-dbc526982ce4" providerId="ADAL" clId="{33985D7C-CE40-416F-87AE-2A2A35139E6F}" dt="2025-11-02T15:28:23.048" v="5083"/>
          <ac:cxnSpMkLst>
            <pc:docMk/>
            <pc:sldMk cId="2785045350" sldId="257"/>
            <ac:cxnSpMk id="20" creationId="{A88BDD05-6A92-347C-C5B9-E5F08F89C7BC}"/>
          </ac:cxnSpMkLst>
        </pc:cxnChg>
        <pc:cxnChg chg="mod">
          <ac:chgData name="Khodabandeloo, Babak" userId="3242f5d0-fe95-4f88-8be2-dbc526982ce4" providerId="ADAL" clId="{33985D7C-CE40-416F-87AE-2A2A35139E6F}" dt="2025-11-02T15:28:23.048" v="5083"/>
          <ac:cxnSpMkLst>
            <pc:docMk/>
            <pc:sldMk cId="2785045350" sldId="257"/>
            <ac:cxnSpMk id="21" creationId="{FA1895C3-0D5B-941C-72AE-E9D33103025C}"/>
          </ac:cxnSpMkLst>
        </pc:cxnChg>
        <pc:cxnChg chg="mod">
          <ac:chgData name="Khodabandeloo, Babak" userId="3242f5d0-fe95-4f88-8be2-dbc526982ce4" providerId="ADAL" clId="{33985D7C-CE40-416F-87AE-2A2A35139E6F}" dt="2025-11-02T15:28:23.048" v="5083"/>
          <ac:cxnSpMkLst>
            <pc:docMk/>
            <pc:sldMk cId="2785045350" sldId="257"/>
            <ac:cxnSpMk id="23" creationId="{41B15B37-8E7F-3DDF-A224-7E1CB5FACAB0}"/>
          </ac:cxnSpMkLst>
        </pc:cxnChg>
        <pc:cxnChg chg="mod">
          <ac:chgData name="Khodabandeloo, Babak" userId="3242f5d0-fe95-4f88-8be2-dbc526982ce4" providerId="ADAL" clId="{33985D7C-CE40-416F-87AE-2A2A35139E6F}" dt="2025-11-02T15:28:23.048" v="5083"/>
          <ac:cxnSpMkLst>
            <pc:docMk/>
            <pc:sldMk cId="2785045350" sldId="257"/>
            <ac:cxnSpMk id="28" creationId="{08DACAB4-6F6F-B52C-6EB6-8DDAE7358436}"/>
          </ac:cxnSpMkLst>
        </pc:cxnChg>
      </pc:sldChg>
      <pc:sldChg chg="addSp delSp modSp add mod">
        <pc:chgData name="Khodabandeloo, Babak" userId="3242f5d0-fe95-4f88-8be2-dbc526982ce4" providerId="ADAL" clId="{33985D7C-CE40-416F-87AE-2A2A35139E6F}" dt="2025-11-03T08:28:28.376" v="6446" actId="1076"/>
        <pc:sldMkLst>
          <pc:docMk/>
          <pc:sldMk cId="4058968241" sldId="258"/>
        </pc:sldMkLst>
        <pc:spChg chg="add mod">
          <ac:chgData name="Khodabandeloo, Babak" userId="3242f5d0-fe95-4f88-8be2-dbc526982ce4" providerId="ADAL" clId="{33985D7C-CE40-416F-87AE-2A2A35139E6F}" dt="2025-11-01T16:58:46.473" v="3783" actId="1076"/>
          <ac:spMkLst>
            <pc:docMk/>
            <pc:sldMk cId="4058968241" sldId="258"/>
            <ac:spMk id="11" creationId="{6A090A8A-F502-60E6-8327-315BF1197574}"/>
          </ac:spMkLst>
        </pc:spChg>
        <pc:spChg chg="add mod">
          <ac:chgData name="Khodabandeloo, Babak" userId="3242f5d0-fe95-4f88-8be2-dbc526982ce4" providerId="ADAL" clId="{33985D7C-CE40-416F-87AE-2A2A35139E6F}" dt="2025-11-01T16:57:23.732" v="3747" actId="20577"/>
          <ac:spMkLst>
            <pc:docMk/>
            <pc:sldMk cId="4058968241" sldId="258"/>
            <ac:spMk id="12" creationId="{AB6FDEBD-D653-7E04-E57A-2574A18303AC}"/>
          </ac:spMkLst>
        </pc:spChg>
        <pc:spChg chg="add mod">
          <ac:chgData name="Khodabandeloo, Babak" userId="3242f5d0-fe95-4f88-8be2-dbc526982ce4" providerId="ADAL" clId="{33985D7C-CE40-416F-87AE-2A2A35139E6F}" dt="2025-11-02T19:53:26.273" v="6137" actId="1076"/>
          <ac:spMkLst>
            <pc:docMk/>
            <pc:sldMk cId="4058968241" sldId="258"/>
            <ac:spMk id="14" creationId="{9D0CB3C6-775E-18D1-92D4-9A6275D857EA}"/>
          </ac:spMkLst>
        </pc:spChg>
        <pc:spChg chg="add mod">
          <ac:chgData name="Khodabandeloo, Babak" userId="3242f5d0-fe95-4f88-8be2-dbc526982ce4" providerId="ADAL" clId="{33985D7C-CE40-416F-87AE-2A2A35139E6F}" dt="2025-11-02T19:53:26.273" v="6137" actId="1076"/>
          <ac:spMkLst>
            <pc:docMk/>
            <pc:sldMk cId="4058968241" sldId="258"/>
            <ac:spMk id="16" creationId="{CEFF6CA0-629A-C493-5165-0CBD52EBC545}"/>
          </ac:spMkLst>
        </pc:spChg>
        <pc:spChg chg="add mod">
          <ac:chgData name="Khodabandeloo, Babak" userId="3242f5d0-fe95-4f88-8be2-dbc526982ce4" providerId="ADAL" clId="{33985D7C-CE40-416F-87AE-2A2A35139E6F}" dt="2025-11-03T08:28:28.376" v="6446" actId="1076"/>
          <ac:spMkLst>
            <pc:docMk/>
            <pc:sldMk cId="4058968241" sldId="258"/>
            <ac:spMk id="21" creationId="{4DE7B811-CA6C-28A7-11E1-B0270B249989}"/>
          </ac:spMkLst>
        </pc:spChg>
        <pc:spChg chg="add del mod">
          <ac:chgData name="Khodabandeloo, Babak" userId="3242f5d0-fe95-4f88-8be2-dbc526982ce4" providerId="ADAL" clId="{33985D7C-CE40-416F-87AE-2A2A35139E6F}" dt="2025-11-02T15:45:32.140" v="5259" actId="478"/>
          <ac:spMkLst>
            <pc:docMk/>
            <pc:sldMk cId="4058968241" sldId="258"/>
            <ac:spMk id="22" creationId="{D161F775-F097-A287-231D-788B64C64588}"/>
          </ac:spMkLst>
        </pc:spChg>
        <pc:spChg chg="add mod">
          <ac:chgData name="Khodabandeloo, Babak" userId="3242f5d0-fe95-4f88-8be2-dbc526982ce4" providerId="ADAL" clId="{33985D7C-CE40-416F-87AE-2A2A35139E6F}" dt="2025-11-02T15:46:15.334" v="5289" actId="20577"/>
          <ac:spMkLst>
            <pc:docMk/>
            <pc:sldMk cId="4058968241" sldId="258"/>
            <ac:spMk id="24" creationId="{8008C352-0BE9-8EDA-F190-13853CE33F81}"/>
          </ac:spMkLst>
        </pc:spChg>
        <pc:spChg chg="add mod">
          <ac:chgData name="Khodabandeloo, Babak" userId="3242f5d0-fe95-4f88-8be2-dbc526982ce4" providerId="ADAL" clId="{33985D7C-CE40-416F-87AE-2A2A35139E6F}" dt="2025-11-03T08:28:19.469" v="6444"/>
          <ac:spMkLst>
            <pc:docMk/>
            <pc:sldMk cId="4058968241" sldId="258"/>
            <ac:spMk id="28" creationId="{CE14537C-35A5-2C40-0207-98403F09FD94}"/>
          </ac:spMkLst>
        </pc:spChg>
        <pc:picChg chg="add mod">
          <ac:chgData name="Khodabandeloo, Babak" userId="3242f5d0-fe95-4f88-8be2-dbc526982ce4" providerId="ADAL" clId="{33985D7C-CE40-416F-87AE-2A2A35139E6F}" dt="2025-11-03T08:28:26.031" v="6445" actId="1076"/>
          <ac:picMkLst>
            <pc:docMk/>
            <pc:sldMk cId="4058968241" sldId="258"/>
            <ac:picMk id="5" creationId="{2B607C46-AE4B-5BB7-F787-8B0DE6F50E57}"/>
          </ac:picMkLst>
        </pc:picChg>
        <pc:picChg chg="add mod ord">
          <ac:chgData name="Khodabandeloo, Babak" userId="3242f5d0-fe95-4f88-8be2-dbc526982ce4" providerId="ADAL" clId="{33985D7C-CE40-416F-87AE-2A2A35139E6F}" dt="2025-11-01T16:58:40.185" v="3779" actId="1076"/>
          <ac:picMkLst>
            <pc:docMk/>
            <pc:sldMk cId="4058968241" sldId="258"/>
            <ac:picMk id="8" creationId="{0EF29062-7FC1-0E3F-5FB0-A7B06C731DCD}"/>
          </ac:picMkLst>
        </pc:picChg>
        <pc:picChg chg="add del mod">
          <ac:chgData name="Khodabandeloo, Babak" userId="3242f5d0-fe95-4f88-8be2-dbc526982ce4" providerId="ADAL" clId="{33985D7C-CE40-416F-87AE-2A2A35139E6F}" dt="2025-11-02T15:45:32.140" v="5259" actId="478"/>
          <ac:picMkLst>
            <pc:docMk/>
            <pc:sldMk cId="4058968241" sldId="258"/>
            <ac:picMk id="9" creationId="{74B0852C-BC73-E955-AB20-3DEEEB9B5E75}"/>
          </ac:picMkLst>
        </pc:picChg>
        <pc:picChg chg="add mod ord">
          <ac:chgData name="Khodabandeloo, Babak" userId="3242f5d0-fe95-4f88-8be2-dbc526982ce4" providerId="ADAL" clId="{33985D7C-CE40-416F-87AE-2A2A35139E6F}" dt="2025-11-01T16:58:44.286" v="3782" actId="1076"/>
          <ac:picMkLst>
            <pc:docMk/>
            <pc:sldMk cId="4058968241" sldId="258"/>
            <ac:picMk id="13" creationId="{3E70CC02-3543-39CE-710A-AF439FB412AD}"/>
          </ac:picMkLst>
        </pc:picChg>
        <pc:picChg chg="add mod">
          <ac:chgData name="Khodabandeloo, Babak" userId="3242f5d0-fe95-4f88-8be2-dbc526982ce4" providerId="ADAL" clId="{33985D7C-CE40-416F-87AE-2A2A35139E6F}" dt="2025-11-01T16:57:17.621" v="3744" actId="1076"/>
          <ac:picMkLst>
            <pc:docMk/>
            <pc:sldMk cId="4058968241" sldId="258"/>
            <ac:picMk id="15" creationId="{F4373EFB-162F-9ECF-4281-15FF275353CA}"/>
          </ac:picMkLst>
        </pc:picChg>
        <pc:picChg chg="add mod">
          <ac:chgData name="Khodabandeloo, Babak" userId="3242f5d0-fe95-4f88-8be2-dbc526982ce4" providerId="ADAL" clId="{33985D7C-CE40-416F-87AE-2A2A35139E6F}" dt="2025-11-02T15:32:52.955" v="5222" actId="1076"/>
          <ac:picMkLst>
            <pc:docMk/>
            <pc:sldMk cId="4058968241" sldId="258"/>
            <ac:picMk id="17" creationId="{9F74B291-4CF7-B87D-BF47-6736A7C046D8}"/>
          </ac:picMkLst>
        </pc:picChg>
        <pc:picChg chg="add del mod">
          <ac:chgData name="Khodabandeloo, Babak" userId="3242f5d0-fe95-4f88-8be2-dbc526982ce4" providerId="ADAL" clId="{33985D7C-CE40-416F-87AE-2A2A35139E6F}" dt="2025-11-02T15:45:22.618" v="5257" actId="478"/>
          <ac:picMkLst>
            <pc:docMk/>
            <pc:sldMk cId="4058968241" sldId="258"/>
            <ac:picMk id="19" creationId="{21DB71EB-2A9A-5F16-E4A3-37F318D2BD6A}"/>
          </ac:picMkLst>
        </pc:picChg>
        <pc:picChg chg="add mod">
          <ac:chgData name="Khodabandeloo, Babak" userId="3242f5d0-fe95-4f88-8be2-dbc526982ce4" providerId="ADAL" clId="{33985D7C-CE40-416F-87AE-2A2A35139E6F}" dt="2025-11-02T19:53:34.861" v="6138" actId="1076"/>
          <ac:picMkLst>
            <pc:docMk/>
            <pc:sldMk cId="4058968241" sldId="258"/>
            <ac:picMk id="20" creationId="{3C9898BB-1A99-4A12-30AC-0F62A9A0E148}"/>
          </ac:picMkLst>
        </pc:picChg>
        <pc:picChg chg="add mod ord">
          <ac:chgData name="Khodabandeloo, Babak" userId="3242f5d0-fe95-4f88-8be2-dbc526982ce4" providerId="ADAL" clId="{33985D7C-CE40-416F-87AE-2A2A35139E6F}" dt="2025-11-02T19:53:26.273" v="6137" actId="1076"/>
          <ac:picMkLst>
            <pc:docMk/>
            <pc:sldMk cId="4058968241" sldId="258"/>
            <ac:picMk id="25" creationId="{6A0EF1C6-22AD-4A45-304C-C81F75AA5F84}"/>
          </ac:picMkLst>
        </pc:picChg>
        <pc:picChg chg="add mod">
          <ac:chgData name="Khodabandeloo, Babak" userId="3242f5d0-fe95-4f88-8be2-dbc526982ce4" providerId="ADAL" clId="{33985D7C-CE40-416F-87AE-2A2A35139E6F}" dt="2025-11-02T19:53:26.273" v="6137" actId="1076"/>
          <ac:picMkLst>
            <pc:docMk/>
            <pc:sldMk cId="4058968241" sldId="258"/>
            <ac:picMk id="27" creationId="{FE8674BC-4682-A88D-03E7-D07E399EE9F1}"/>
          </ac:picMkLst>
        </pc:picChg>
        <pc:picChg chg="add mod">
          <ac:chgData name="Khodabandeloo, Babak" userId="3242f5d0-fe95-4f88-8be2-dbc526982ce4" providerId="ADAL" clId="{33985D7C-CE40-416F-87AE-2A2A35139E6F}" dt="2025-11-02T15:45:24.637" v="5258" actId="1076"/>
          <ac:picMkLst>
            <pc:docMk/>
            <pc:sldMk cId="4058968241" sldId="258"/>
            <ac:picMk id="30" creationId="{5BEEE351-36DD-3129-A52D-22172A5FF85B}"/>
          </ac:picMkLst>
        </pc:picChg>
        <pc:picChg chg="add mod">
          <ac:chgData name="Khodabandeloo, Babak" userId="3242f5d0-fe95-4f88-8be2-dbc526982ce4" providerId="ADAL" clId="{33985D7C-CE40-416F-87AE-2A2A35139E6F}" dt="2025-11-03T08:28:26.031" v="6445" actId="1076"/>
          <ac:picMkLst>
            <pc:docMk/>
            <pc:sldMk cId="4058968241" sldId="258"/>
            <ac:picMk id="31" creationId="{11928565-AC7E-583B-7718-543251A6F73C}"/>
          </ac:picMkLst>
        </pc:picChg>
      </pc:sldChg>
      <pc:sldChg chg="addSp delSp modSp new del mod">
        <pc:chgData name="Khodabandeloo, Babak" userId="3242f5d0-fe95-4f88-8be2-dbc526982ce4" providerId="ADAL" clId="{33985D7C-CE40-416F-87AE-2A2A35139E6F}" dt="2025-11-01T16:59:49.166" v="3803" actId="47"/>
        <pc:sldMkLst>
          <pc:docMk/>
          <pc:sldMk cId="4275875945" sldId="259"/>
        </pc:sldMkLst>
      </pc:sldChg>
      <pc:sldChg chg="addSp delSp modSp add mod ord">
        <pc:chgData name="Khodabandeloo, Babak" userId="3242f5d0-fe95-4f88-8be2-dbc526982ce4" providerId="ADAL" clId="{33985D7C-CE40-416F-87AE-2A2A35139E6F}" dt="2025-11-02T15:46:21" v="5291"/>
        <pc:sldMkLst>
          <pc:docMk/>
          <pc:sldMk cId="3378970364" sldId="260"/>
        </pc:sldMkLst>
        <pc:spChg chg="add mod">
          <ac:chgData name="Khodabandeloo, Babak" userId="3242f5d0-fe95-4f88-8be2-dbc526982ce4" providerId="ADAL" clId="{33985D7C-CE40-416F-87AE-2A2A35139E6F}" dt="2025-11-02T15:30:03.078" v="5099" actId="115"/>
          <ac:spMkLst>
            <pc:docMk/>
            <pc:sldMk cId="3378970364" sldId="260"/>
            <ac:spMk id="2" creationId="{F7328084-EE89-E51C-56E2-60F1DD509B20}"/>
          </ac:spMkLst>
        </pc:spChg>
        <pc:spChg chg="add mod">
          <ac:chgData name="Khodabandeloo, Babak" userId="3242f5d0-fe95-4f88-8be2-dbc526982ce4" providerId="ADAL" clId="{33985D7C-CE40-416F-87AE-2A2A35139E6F}" dt="2025-11-02T15:35:05.309" v="5247" actId="20577"/>
          <ac:spMkLst>
            <pc:docMk/>
            <pc:sldMk cId="3378970364" sldId="260"/>
            <ac:spMk id="5" creationId="{D8E9C7A9-1679-32A3-097E-97D4E55DEC03}"/>
          </ac:spMkLst>
        </pc:spChg>
        <pc:picChg chg="add mod">
          <ac:chgData name="Khodabandeloo, Babak" userId="3242f5d0-fe95-4f88-8be2-dbc526982ce4" providerId="ADAL" clId="{33985D7C-CE40-416F-87AE-2A2A35139E6F}" dt="2025-11-01T17:02:21.544" v="3855" actId="1076"/>
          <ac:picMkLst>
            <pc:docMk/>
            <pc:sldMk cId="3378970364" sldId="260"/>
            <ac:picMk id="4" creationId="{DD34E04C-CFFD-DFA8-76E6-48A85B6D9B7A}"/>
          </ac:picMkLst>
        </pc:picChg>
        <pc:picChg chg="add mod">
          <ac:chgData name="Khodabandeloo, Babak" userId="3242f5d0-fe95-4f88-8be2-dbc526982ce4" providerId="ADAL" clId="{33985D7C-CE40-416F-87AE-2A2A35139E6F}" dt="2025-11-01T17:01:50.900" v="3847" actId="1076"/>
          <ac:picMkLst>
            <pc:docMk/>
            <pc:sldMk cId="3378970364" sldId="260"/>
            <ac:picMk id="7" creationId="{3DF066D1-AB55-2484-CDC9-658904C98249}"/>
          </ac:picMkLst>
        </pc:picChg>
        <pc:picChg chg="add mod">
          <ac:chgData name="Khodabandeloo, Babak" userId="3242f5d0-fe95-4f88-8be2-dbc526982ce4" providerId="ADAL" clId="{33985D7C-CE40-416F-87AE-2A2A35139E6F}" dt="2025-11-01T17:02:23.226" v="3856" actId="1076"/>
          <ac:picMkLst>
            <pc:docMk/>
            <pc:sldMk cId="3378970364" sldId="260"/>
            <ac:picMk id="9" creationId="{0396517D-1A4B-48DC-E560-89439551BCF6}"/>
          </ac:picMkLst>
        </pc:picChg>
        <pc:picChg chg="add mod ord">
          <ac:chgData name="Khodabandeloo, Babak" userId="3242f5d0-fe95-4f88-8be2-dbc526982ce4" providerId="ADAL" clId="{33985D7C-CE40-416F-87AE-2A2A35139E6F}" dt="2025-11-01T17:01:54.100" v="3849" actId="1076"/>
          <ac:picMkLst>
            <pc:docMk/>
            <pc:sldMk cId="3378970364" sldId="260"/>
            <ac:picMk id="13" creationId="{0C3C3BC9-9D1C-DE21-E514-0572B6186521}"/>
          </ac:picMkLst>
        </pc:picChg>
        <pc:picChg chg="add mod">
          <ac:chgData name="Khodabandeloo, Babak" userId="3242f5d0-fe95-4f88-8be2-dbc526982ce4" providerId="ADAL" clId="{33985D7C-CE40-416F-87AE-2A2A35139E6F}" dt="2025-11-01T17:02:15.229" v="3853" actId="14100"/>
          <ac:picMkLst>
            <pc:docMk/>
            <pc:sldMk cId="3378970364" sldId="260"/>
            <ac:picMk id="15" creationId="{2AF24694-42BB-3E52-A8AE-D2AA92D6EA65}"/>
          </ac:picMkLst>
        </pc:picChg>
      </pc:sldChg>
      <pc:sldChg chg="addSp delSp modSp add del mod">
        <pc:chgData name="Khodabandeloo, Babak" userId="3242f5d0-fe95-4f88-8be2-dbc526982ce4" providerId="ADAL" clId="{33985D7C-CE40-416F-87AE-2A2A35139E6F}" dt="2025-11-01T17:02:26.509" v="3857" actId="47"/>
        <pc:sldMkLst>
          <pc:docMk/>
          <pc:sldMk cId="4147315331" sldId="261"/>
        </pc:sldMkLst>
      </pc:sldChg>
      <pc:sldChg chg="addSp delSp modSp new mod">
        <pc:chgData name="Khodabandeloo, Babak" userId="3242f5d0-fe95-4f88-8be2-dbc526982ce4" providerId="ADAL" clId="{33985D7C-CE40-416F-87AE-2A2A35139E6F}" dt="2025-11-02T20:33:44.561" v="6246" actId="688"/>
        <pc:sldMkLst>
          <pc:docMk/>
          <pc:sldMk cId="3162914234" sldId="262"/>
        </pc:sldMkLst>
        <pc:spChg chg="mod">
          <ac:chgData name="Khodabandeloo, Babak" userId="3242f5d0-fe95-4f88-8be2-dbc526982ce4" providerId="ADAL" clId="{33985D7C-CE40-416F-87AE-2A2A35139E6F}" dt="2025-11-02T08:59:26.247" v="4377" actId="14100"/>
          <ac:spMkLst>
            <pc:docMk/>
            <pc:sldMk cId="3162914234" sldId="262"/>
            <ac:spMk id="2" creationId="{A765658D-C6F1-90BF-65F6-87E5B9E55164}"/>
          </ac:spMkLst>
        </pc:spChg>
        <pc:spChg chg="add mod">
          <ac:chgData name="Khodabandeloo, Babak" userId="3242f5d0-fe95-4f88-8be2-dbc526982ce4" providerId="ADAL" clId="{33985D7C-CE40-416F-87AE-2A2A35139E6F}" dt="2025-11-02T09:00:14.374" v="4448" actId="1076"/>
          <ac:spMkLst>
            <pc:docMk/>
            <pc:sldMk cId="3162914234" sldId="262"/>
            <ac:spMk id="7" creationId="{27E9DB43-4A0B-5916-4E3D-79BBF68A3240}"/>
          </ac:spMkLst>
        </pc:spChg>
        <pc:spChg chg="add mod">
          <ac:chgData name="Khodabandeloo, Babak" userId="3242f5d0-fe95-4f88-8be2-dbc526982ce4" providerId="ADAL" clId="{33985D7C-CE40-416F-87AE-2A2A35139E6F}" dt="2025-11-02T09:01:07.620" v="4529" actId="1076"/>
          <ac:spMkLst>
            <pc:docMk/>
            <pc:sldMk cId="3162914234" sldId="262"/>
            <ac:spMk id="8" creationId="{3E7D8196-9497-03D8-F410-06A3DC386DF6}"/>
          </ac:spMkLst>
        </pc:spChg>
        <pc:spChg chg="add mod">
          <ac:chgData name="Khodabandeloo, Babak" userId="3242f5d0-fe95-4f88-8be2-dbc526982ce4" providerId="ADAL" clId="{33985D7C-CE40-416F-87AE-2A2A35139E6F}" dt="2025-11-02T09:02:07.355" v="4599" actId="20577"/>
          <ac:spMkLst>
            <pc:docMk/>
            <pc:sldMk cId="3162914234" sldId="262"/>
            <ac:spMk id="11" creationId="{569E26D3-82D1-5582-91DA-BF00BEAD4066}"/>
          </ac:spMkLst>
        </pc:spChg>
        <pc:spChg chg="add mod ord">
          <ac:chgData name="Khodabandeloo, Babak" userId="3242f5d0-fe95-4f88-8be2-dbc526982ce4" providerId="ADAL" clId="{33985D7C-CE40-416F-87AE-2A2A35139E6F}" dt="2025-10-28T11:36:45.623" v="911" actId="167"/>
          <ac:spMkLst>
            <pc:docMk/>
            <pc:sldMk cId="3162914234" sldId="262"/>
            <ac:spMk id="12" creationId="{0CFB38FA-26F7-AB94-419E-A25E7D719725}"/>
          </ac:spMkLst>
        </pc:spChg>
        <pc:spChg chg="add mod">
          <ac:chgData name="Khodabandeloo, Babak" userId="3242f5d0-fe95-4f88-8be2-dbc526982ce4" providerId="ADAL" clId="{33985D7C-CE40-416F-87AE-2A2A35139E6F}" dt="2025-10-28T11:36:49.919" v="920" actId="1037"/>
          <ac:spMkLst>
            <pc:docMk/>
            <pc:sldMk cId="3162914234" sldId="262"/>
            <ac:spMk id="15" creationId="{92A77A03-A7A4-6FBF-839E-EA29FFA10011}"/>
          </ac:spMkLst>
        </pc:spChg>
        <pc:spChg chg="add mod">
          <ac:chgData name="Khodabandeloo, Babak" userId="3242f5d0-fe95-4f88-8be2-dbc526982ce4" providerId="ADAL" clId="{33985D7C-CE40-416F-87AE-2A2A35139E6F}" dt="2025-10-28T11:38:01.272" v="927" actId="1076"/>
          <ac:spMkLst>
            <pc:docMk/>
            <pc:sldMk cId="3162914234" sldId="262"/>
            <ac:spMk id="17" creationId="{3D780737-8002-104F-F894-8FE854C17E09}"/>
          </ac:spMkLst>
        </pc:spChg>
        <pc:spChg chg="add mod">
          <ac:chgData name="Khodabandeloo, Babak" userId="3242f5d0-fe95-4f88-8be2-dbc526982ce4" providerId="ADAL" clId="{33985D7C-CE40-416F-87AE-2A2A35139E6F}" dt="2025-10-28T11:38:01.272" v="927" actId="1076"/>
          <ac:spMkLst>
            <pc:docMk/>
            <pc:sldMk cId="3162914234" sldId="262"/>
            <ac:spMk id="18" creationId="{9E7B3C4A-0597-65B9-D7D8-554E0A509890}"/>
          </ac:spMkLst>
        </pc:spChg>
        <pc:spChg chg="add mod">
          <ac:chgData name="Khodabandeloo, Babak" userId="3242f5d0-fe95-4f88-8be2-dbc526982ce4" providerId="ADAL" clId="{33985D7C-CE40-416F-87AE-2A2A35139E6F}" dt="2025-10-28T11:38:01.272" v="927" actId="1076"/>
          <ac:spMkLst>
            <pc:docMk/>
            <pc:sldMk cId="3162914234" sldId="262"/>
            <ac:spMk id="19" creationId="{8543DE2D-A710-0287-112A-16FCD422F631}"/>
          </ac:spMkLst>
        </pc:spChg>
        <pc:spChg chg="add mod">
          <ac:chgData name="Khodabandeloo, Babak" userId="3242f5d0-fe95-4f88-8be2-dbc526982ce4" providerId="ADAL" clId="{33985D7C-CE40-416F-87AE-2A2A35139E6F}" dt="2025-10-28T11:38:01.272" v="927" actId="1076"/>
          <ac:spMkLst>
            <pc:docMk/>
            <pc:sldMk cId="3162914234" sldId="262"/>
            <ac:spMk id="20" creationId="{CF45ADAA-11B6-0661-202E-A186C52F0C6B}"/>
          </ac:spMkLst>
        </pc:spChg>
        <pc:spChg chg="add mod">
          <ac:chgData name="Khodabandeloo, Babak" userId="3242f5d0-fe95-4f88-8be2-dbc526982ce4" providerId="ADAL" clId="{33985D7C-CE40-416F-87AE-2A2A35139E6F}" dt="2025-10-28T11:38:13.965" v="936" actId="1076"/>
          <ac:spMkLst>
            <pc:docMk/>
            <pc:sldMk cId="3162914234" sldId="262"/>
            <ac:spMk id="26" creationId="{6E98E6D3-B69E-A492-7FCD-9A1530E40006}"/>
          </ac:spMkLst>
        </pc:spChg>
        <pc:spChg chg="add mod">
          <ac:chgData name="Khodabandeloo, Babak" userId="3242f5d0-fe95-4f88-8be2-dbc526982ce4" providerId="ADAL" clId="{33985D7C-CE40-416F-87AE-2A2A35139E6F}" dt="2025-10-28T11:38:58.383" v="958" actId="1076"/>
          <ac:spMkLst>
            <pc:docMk/>
            <pc:sldMk cId="3162914234" sldId="262"/>
            <ac:spMk id="27" creationId="{BCCB8F0E-C3FC-B372-F344-E89606E6540D}"/>
          </ac:spMkLst>
        </pc:spChg>
        <pc:spChg chg="add mod">
          <ac:chgData name="Khodabandeloo, Babak" userId="3242f5d0-fe95-4f88-8be2-dbc526982ce4" providerId="ADAL" clId="{33985D7C-CE40-416F-87AE-2A2A35139E6F}" dt="2025-10-28T12:15:50.002" v="1126" actId="164"/>
          <ac:spMkLst>
            <pc:docMk/>
            <pc:sldMk cId="3162914234" sldId="262"/>
            <ac:spMk id="28" creationId="{B4F08003-15DC-BB76-E752-A5E8E7DCACD1}"/>
          </ac:spMkLst>
        </pc:spChg>
        <pc:spChg chg="add mod">
          <ac:chgData name="Khodabandeloo, Babak" userId="3242f5d0-fe95-4f88-8be2-dbc526982ce4" providerId="ADAL" clId="{33985D7C-CE40-416F-87AE-2A2A35139E6F}" dt="2025-11-02T08:59:18.671" v="4375" actId="1076"/>
          <ac:spMkLst>
            <pc:docMk/>
            <pc:sldMk cId="3162914234" sldId="262"/>
            <ac:spMk id="30" creationId="{E0E6AA99-7CCA-57C3-880C-DBFC1E696207}"/>
          </ac:spMkLst>
        </pc:spChg>
        <pc:spChg chg="add mod">
          <ac:chgData name="Khodabandeloo, Babak" userId="3242f5d0-fe95-4f88-8be2-dbc526982ce4" providerId="ADAL" clId="{33985D7C-CE40-416F-87AE-2A2A35139E6F}" dt="2025-11-02T20:33:44.561" v="6246" actId="688"/>
          <ac:spMkLst>
            <pc:docMk/>
            <pc:sldMk cId="3162914234" sldId="262"/>
            <ac:spMk id="35" creationId="{18391442-DE0E-FC39-EAA5-543512B5597C}"/>
          </ac:spMkLst>
        </pc:spChg>
        <pc:spChg chg="add mod">
          <ac:chgData name="Khodabandeloo, Babak" userId="3242f5d0-fe95-4f88-8be2-dbc526982ce4" providerId="ADAL" clId="{33985D7C-CE40-416F-87AE-2A2A35139E6F}" dt="2025-11-02T08:59:18.671" v="4375" actId="1076"/>
          <ac:spMkLst>
            <pc:docMk/>
            <pc:sldMk cId="3162914234" sldId="262"/>
            <ac:spMk id="38" creationId="{C42AAC52-07D2-5390-576A-45484F2807C1}"/>
          </ac:spMkLst>
        </pc:spChg>
        <pc:spChg chg="add mod">
          <ac:chgData name="Khodabandeloo, Babak" userId="3242f5d0-fe95-4f88-8be2-dbc526982ce4" providerId="ADAL" clId="{33985D7C-CE40-416F-87AE-2A2A35139E6F}" dt="2025-10-28T12:13:40.312" v="1092" actId="164"/>
          <ac:spMkLst>
            <pc:docMk/>
            <pc:sldMk cId="3162914234" sldId="262"/>
            <ac:spMk id="41" creationId="{45B60C9E-6C1C-B3E7-8E75-D257E655B67F}"/>
          </ac:spMkLst>
        </pc:spChg>
        <pc:spChg chg="add mod ord">
          <ac:chgData name="Khodabandeloo, Babak" userId="3242f5d0-fe95-4f88-8be2-dbc526982ce4" providerId="ADAL" clId="{33985D7C-CE40-416F-87AE-2A2A35139E6F}" dt="2025-10-28T12:15:50.002" v="1126" actId="164"/>
          <ac:spMkLst>
            <pc:docMk/>
            <pc:sldMk cId="3162914234" sldId="262"/>
            <ac:spMk id="42" creationId="{A422CE08-A1E3-A578-4953-34DEA485C7BA}"/>
          </ac:spMkLst>
        </pc:spChg>
        <pc:spChg chg="add mod">
          <ac:chgData name="Khodabandeloo, Babak" userId="3242f5d0-fe95-4f88-8be2-dbc526982ce4" providerId="ADAL" clId="{33985D7C-CE40-416F-87AE-2A2A35139E6F}" dt="2025-10-28T12:15:50.002" v="1126" actId="164"/>
          <ac:spMkLst>
            <pc:docMk/>
            <pc:sldMk cId="3162914234" sldId="262"/>
            <ac:spMk id="59" creationId="{3B164D7B-3E7D-31C2-A570-AB24C8DC26EB}"/>
          </ac:spMkLst>
        </pc:spChg>
        <pc:spChg chg="add mod">
          <ac:chgData name="Khodabandeloo, Babak" userId="3242f5d0-fe95-4f88-8be2-dbc526982ce4" providerId="ADAL" clId="{33985D7C-CE40-416F-87AE-2A2A35139E6F}" dt="2025-10-28T12:15:18.530" v="1116"/>
          <ac:spMkLst>
            <pc:docMk/>
            <pc:sldMk cId="3162914234" sldId="262"/>
            <ac:spMk id="60" creationId="{1D0F964F-68FF-87F9-1E38-66C3FAF449B6}"/>
          </ac:spMkLst>
        </pc:spChg>
        <pc:grpChg chg="add mod">
          <ac:chgData name="Khodabandeloo, Babak" userId="3242f5d0-fe95-4f88-8be2-dbc526982ce4" providerId="ADAL" clId="{33985D7C-CE40-416F-87AE-2A2A35139E6F}" dt="2025-10-28T11:38:01.272" v="927" actId="1076"/>
          <ac:grpSpMkLst>
            <pc:docMk/>
            <pc:sldMk cId="3162914234" sldId="262"/>
            <ac:grpSpMk id="16" creationId="{6716E15F-E9CF-F4DA-2762-71CA343A436E}"/>
          </ac:grpSpMkLst>
        </pc:grpChg>
        <pc:grpChg chg="add mod">
          <ac:chgData name="Khodabandeloo, Babak" userId="3242f5d0-fe95-4f88-8be2-dbc526982ce4" providerId="ADAL" clId="{33985D7C-CE40-416F-87AE-2A2A35139E6F}" dt="2025-11-02T08:59:18.671" v="4375" actId="1076"/>
          <ac:grpSpMkLst>
            <pc:docMk/>
            <pc:sldMk cId="3162914234" sldId="262"/>
            <ac:grpSpMk id="37" creationId="{72381516-D9EE-775D-C1AD-989B7FE64343}"/>
          </ac:grpSpMkLst>
        </pc:grpChg>
        <pc:grpChg chg="add mod">
          <ac:chgData name="Khodabandeloo, Babak" userId="3242f5d0-fe95-4f88-8be2-dbc526982ce4" providerId="ADAL" clId="{33985D7C-CE40-416F-87AE-2A2A35139E6F}" dt="2025-11-02T08:59:18.671" v="4375" actId="1076"/>
          <ac:grpSpMkLst>
            <pc:docMk/>
            <pc:sldMk cId="3162914234" sldId="262"/>
            <ac:grpSpMk id="43" creationId="{EC206BFD-98F7-9AAD-516C-95ECD7425EB0}"/>
          </ac:grpSpMkLst>
        </pc:grpChg>
        <pc:grpChg chg="add mod">
          <ac:chgData name="Khodabandeloo, Babak" userId="3242f5d0-fe95-4f88-8be2-dbc526982ce4" providerId="ADAL" clId="{33985D7C-CE40-416F-87AE-2A2A35139E6F}" dt="2025-10-28T12:16:01.267" v="1131" actId="164"/>
          <ac:grpSpMkLst>
            <pc:docMk/>
            <pc:sldMk cId="3162914234" sldId="262"/>
            <ac:grpSpMk id="44" creationId="{AFE76C42-E146-07AD-5CC6-68B27358A14A}"/>
          </ac:grpSpMkLst>
        </pc:grpChg>
        <pc:grpChg chg="add mod">
          <ac:chgData name="Khodabandeloo, Babak" userId="3242f5d0-fe95-4f88-8be2-dbc526982ce4" providerId="ADAL" clId="{33985D7C-CE40-416F-87AE-2A2A35139E6F}" dt="2025-10-28T12:16:01.267" v="1131" actId="164"/>
          <ac:grpSpMkLst>
            <pc:docMk/>
            <pc:sldMk cId="3162914234" sldId="262"/>
            <ac:grpSpMk id="61" creationId="{459E51B7-972B-F9F7-D91B-E6BC70E79F46}"/>
          </ac:grpSpMkLst>
        </pc:grpChg>
        <pc:grpChg chg="add mod">
          <ac:chgData name="Khodabandeloo, Babak" userId="3242f5d0-fe95-4f88-8be2-dbc526982ce4" providerId="ADAL" clId="{33985D7C-CE40-416F-87AE-2A2A35139E6F}" dt="2025-10-28T12:16:03.645" v="1132" actId="1076"/>
          <ac:grpSpMkLst>
            <pc:docMk/>
            <pc:sldMk cId="3162914234" sldId="262"/>
            <ac:grpSpMk id="62" creationId="{6E2DCA85-CC82-4AF2-F912-1C2E33C13BC9}"/>
          </ac:grpSpMkLst>
        </pc:grpChg>
        <pc:picChg chg="add mod">
          <ac:chgData name="Khodabandeloo, Babak" userId="3242f5d0-fe95-4f88-8be2-dbc526982ce4" providerId="ADAL" clId="{33985D7C-CE40-416F-87AE-2A2A35139E6F}" dt="2025-11-02T09:01:54.964" v="4596" actId="1076"/>
          <ac:picMkLst>
            <pc:docMk/>
            <pc:sldMk cId="3162914234" sldId="262"/>
            <ac:picMk id="6" creationId="{457EB8C4-FB5D-7DBE-7903-F03E5A06B425}"/>
          </ac:picMkLst>
        </pc:picChg>
        <pc:picChg chg="add mod">
          <ac:chgData name="Khodabandeloo, Babak" userId="3242f5d0-fe95-4f88-8be2-dbc526982ce4" providerId="ADAL" clId="{33985D7C-CE40-416F-87AE-2A2A35139E6F}" dt="2025-11-02T08:59:18.671" v="4375" actId="1076"/>
          <ac:picMkLst>
            <pc:docMk/>
            <pc:sldMk cId="3162914234" sldId="262"/>
            <ac:picMk id="31" creationId="{B31736E3-9DAF-0427-45DB-B7BA63569EE7}"/>
          </ac:picMkLst>
        </pc:picChg>
        <pc:picChg chg="add mod">
          <ac:chgData name="Khodabandeloo, Babak" userId="3242f5d0-fe95-4f88-8be2-dbc526982ce4" providerId="ADAL" clId="{33985D7C-CE40-416F-87AE-2A2A35139E6F}" dt="2025-11-02T09:01:16.378" v="4533" actId="1076"/>
          <ac:picMkLst>
            <pc:docMk/>
            <pc:sldMk cId="3162914234" sldId="262"/>
            <ac:picMk id="32" creationId="{7C7CF60E-34D2-E87A-5EDD-237654CB2952}"/>
          </ac:picMkLst>
        </pc:picChg>
        <pc:picChg chg="add mod">
          <ac:chgData name="Khodabandeloo, Babak" userId="3242f5d0-fe95-4f88-8be2-dbc526982ce4" providerId="ADAL" clId="{33985D7C-CE40-416F-87AE-2A2A35139E6F}" dt="2025-11-02T08:59:18.671" v="4375" actId="1076"/>
          <ac:picMkLst>
            <pc:docMk/>
            <pc:sldMk cId="3162914234" sldId="262"/>
            <ac:picMk id="33" creationId="{19FE99BA-F443-A374-2A3E-8AB021B5B57D}"/>
          </ac:picMkLst>
        </pc:picChg>
        <pc:picChg chg="add mod">
          <ac:chgData name="Khodabandeloo, Babak" userId="3242f5d0-fe95-4f88-8be2-dbc526982ce4" providerId="ADAL" clId="{33985D7C-CE40-416F-87AE-2A2A35139E6F}" dt="2025-11-02T08:59:21.418" v="4376" actId="1076"/>
          <ac:picMkLst>
            <pc:docMk/>
            <pc:sldMk cId="3162914234" sldId="262"/>
            <ac:picMk id="34" creationId="{F85D10B8-EC67-9FE0-E652-4B4C22FDD980}"/>
          </ac:picMkLst>
        </pc:picChg>
        <pc:picChg chg="add mod ord">
          <ac:chgData name="Khodabandeloo, Babak" userId="3242f5d0-fe95-4f88-8be2-dbc526982ce4" providerId="ADAL" clId="{33985D7C-CE40-416F-87AE-2A2A35139E6F}" dt="2025-11-02T09:01:51.323" v="4594" actId="1076"/>
          <ac:picMkLst>
            <pc:docMk/>
            <pc:sldMk cId="3162914234" sldId="262"/>
            <ac:picMk id="36" creationId="{B80AE884-F74D-EEC3-8B0D-04AA11FE243D}"/>
          </ac:picMkLst>
        </pc:picChg>
        <pc:picChg chg="add mod">
          <ac:chgData name="Khodabandeloo, Babak" userId="3242f5d0-fe95-4f88-8be2-dbc526982ce4" providerId="ADAL" clId="{33985D7C-CE40-416F-87AE-2A2A35139E6F}" dt="2025-10-28T12:13:40.312" v="1092" actId="164"/>
          <ac:picMkLst>
            <pc:docMk/>
            <pc:sldMk cId="3162914234" sldId="262"/>
            <ac:picMk id="40" creationId="{F641DD19-44FE-EA72-6B13-19EFC2FE036B}"/>
          </ac:picMkLst>
        </pc:picChg>
        <pc:cxnChg chg="add mod">
          <ac:chgData name="Khodabandeloo, Babak" userId="3242f5d0-fe95-4f88-8be2-dbc526982ce4" providerId="ADAL" clId="{33985D7C-CE40-416F-87AE-2A2A35139E6F}" dt="2025-10-28T11:38:01.272" v="927" actId="1076"/>
          <ac:cxnSpMkLst>
            <pc:docMk/>
            <pc:sldMk cId="3162914234" sldId="262"/>
            <ac:cxnSpMk id="4" creationId="{F0F4B366-0F83-3001-65E8-56F624B51C06}"/>
          </ac:cxnSpMkLst>
        </pc:cxnChg>
        <pc:cxnChg chg="add mod">
          <ac:chgData name="Khodabandeloo, Babak" userId="3242f5d0-fe95-4f88-8be2-dbc526982ce4" providerId="ADAL" clId="{33985D7C-CE40-416F-87AE-2A2A35139E6F}" dt="2025-10-28T11:38:01.272" v="927" actId="1076"/>
          <ac:cxnSpMkLst>
            <pc:docMk/>
            <pc:sldMk cId="3162914234" sldId="262"/>
            <ac:cxnSpMk id="5" creationId="{E24F8168-5E70-9CBD-5779-E4F429CB6A4F}"/>
          </ac:cxnSpMkLst>
        </pc:cxnChg>
        <pc:cxnChg chg="add mod">
          <ac:chgData name="Khodabandeloo, Babak" userId="3242f5d0-fe95-4f88-8be2-dbc526982ce4" providerId="ADAL" clId="{33985D7C-CE40-416F-87AE-2A2A35139E6F}" dt="2025-10-28T11:38:01.272" v="927" actId="1076"/>
          <ac:cxnSpMkLst>
            <pc:docMk/>
            <pc:sldMk cId="3162914234" sldId="262"/>
            <ac:cxnSpMk id="10" creationId="{1466B74D-41F5-827E-3E98-5BDD838C5532}"/>
          </ac:cxnSpMkLst>
        </pc:cxnChg>
        <pc:cxnChg chg="add mod">
          <ac:chgData name="Khodabandeloo, Babak" userId="3242f5d0-fe95-4f88-8be2-dbc526982ce4" providerId="ADAL" clId="{33985D7C-CE40-416F-87AE-2A2A35139E6F}" dt="2025-10-28T11:36:30.538" v="909" actId="1076"/>
          <ac:cxnSpMkLst>
            <pc:docMk/>
            <pc:sldMk cId="3162914234" sldId="262"/>
            <ac:cxnSpMk id="14" creationId="{3B38F752-1E8E-2E9F-8FCA-45055C764677}"/>
          </ac:cxnSpMkLst>
        </pc:cxnChg>
        <pc:cxnChg chg="add mod">
          <ac:chgData name="Khodabandeloo, Babak" userId="3242f5d0-fe95-4f88-8be2-dbc526982ce4" providerId="ADAL" clId="{33985D7C-CE40-416F-87AE-2A2A35139E6F}" dt="2025-10-28T11:38:01.272" v="927" actId="1076"/>
          <ac:cxnSpMkLst>
            <pc:docMk/>
            <pc:sldMk cId="3162914234" sldId="262"/>
            <ac:cxnSpMk id="22" creationId="{E48AF07B-E2FE-FDC6-F109-45AC5C3E6C70}"/>
          </ac:cxnSpMkLst>
        </pc:cxnChg>
        <pc:cxnChg chg="add mod">
          <ac:chgData name="Khodabandeloo, Babak" userId="3242f5d0-fe95-4f88-8be2-dbc526982ce4" providerId="ADAL" clId="{33985D7C-CE40-416F-87AE-2A2A35139E6F}" dt="2025-10-28T11:38:01.272" v="927" actId="1076"/>
          <ac:cxnSpMkLst>
            <pc:docMk/>
            <pc:sldMk cId="3162914234" sldId="262"/>
            <ac:cxnSpMk id="24" creationId="{3EC71BD5-D9A9-B5FA-2CDB-417EB8B305B5}"/>
          </ac:cxnSpMkLst>
        </pc:cxnChg>
        <pc:cxnChg chg="add mod ord">
          <ac:chgData name="Khodabandeloo, Babak" userId="3242f5d0-fe95-4f88-8be2-dbc526982ce4" providerId="ADAL" clId="{33985D7C-CE40-416F-87AE-2A2A35139E6F}" dt="2025-10-28T12:15:50.002" v="1126" actId="164"/>
          <ac:cxnSpMkLst>
            <pc:docMk/>
            <pc:sldMk cId="3162914234" sldId="262"/>
            <ac:cxnSpMk id="46" creationId="{76904D2D-05C6-838C-9F79-596D48104E53}"/>
          </ac:cxnSpMkLst>
        </pc:cxnChg>
        <pc:cxnChg chg="add mod ord">
          <ac:chgData name="Khodabandeloo, Babak" userId="3242f5d0-fe95-4f88-8be2-dbc526982ce4" providerId="ADAL" clId="{33985D7C-CE40-416F-87AE-2A2A35139E6F}" dt="2025-10-28T12:15:50.002" v="1126" actId="164"/>
          <ac:cxnSpMkLst>
            <pc:docMk/>
            <pc:sldMk cId="3162914234" sldId="262"/>
            <ac:cxnSpMk id="54" creationId="{407610F2-98EC-A649-5EFD-CF7B6C84890E}"/>
          </ac:cxnSpMkLst>
        </pc:cxnChg>
      </pc:sldChg>
      <pc:sldChg chg="addSp delSp modSp add mod ord">
        <pc:chgData name="Khodabandeloo, Babak" userId="3242f5d0-fe95-4f88-8be2-dbc526982ce4" providerId="ADAL" clId="{33985D7C-CE40-416F-87AE-2A2A35139E6F}" dt="2025-11-02T15:56:04.437" v="5860" actId="1076"/>
        <pc:sldMkLst>
          <pc:docMk/>
          <pc:sldMk cId="3153868863" sldId="263"/>
        </pc:sldMkLst>
        <pc:spChg chg="mod">
          <ac:chgData name="Khodabandeloo, Babak" userId="3242f5d0-fe95-4f88-8be2-dbc526982ce4" providerId="ADAL" clId="{33985D7C-CE40-416F-87AE-2A2A35139E6F}" dt="2025-11-02T15:48:42.095" v="5423" actId="790"/>
          <ac:spMkLst>
            <pc:docMk/>
            <pc:sldMk cId="3153868863" sldId="263"/>
            <ac:spMk id="2" creationId="{6AA58663-0938-97E8-1CE6-9294CEEA3F9E}"/>
          </ac:spMkLst>
        </pc:spChg>
        <pc:spChg chg="add mod">
          <ac:chgData name="Khodabandeloo, Babak" userId="3242f5d0-fe95-4f88-8be2-dbc526982ce4" providerId="ADAL" clId="{33985D7C-CE40-416F-87AE-2A2A35139E6F}" dt="2025-11-02T15:56:02.922" v="5859" actId="1076"/>
          <ac:spMkLst>
            <pc:docMk/>
            <pc:sldMk cId="3153868863" sldId="263"/>
            <ac:spMk id="4" creationId="{CDE8CC09-870A-4738-FD4C-D7E12591E4E1}"/>
          </ac:spMkLst>
        </pc:spChg>
        <pc:spChg chg="mod">
          <ac:chgData name="Khodabandeloo, Babak" userId="3242f5d0-fe95-4f88-8be2-dbc526982ce4" providerId="ADAL" clId="{33985D7C-CE40-416F-87AE-2A2A35139E6F}" dt="2025-11-02T15:54:49.854" v="5804" actId="207"/>
          <ac:spMkLst>
            <pc:docMk/>
            <pc:sldMk cId="3153868863" sldId="263"/>
            <ac:spMk id="6" creationId="{514FBA8C-B3C9-0B39-5A3C-4F9FB47F6156}"/>
          </ac:spMkLst>
        </pc:spChg>
        <pc:spChg chg="del mod">
          <ac:chgData name="Khodabandeloo, Babak" userId="3242f5d0-fe95-4f88-8be2-dbc526982ce4" providerId="ADAL" clId="{33985D7C-CE40-416F-87AE-2A2A35139E6F}" dt="2025-11-02T15:54:12.927" v="5707" actId="478"/>
          <ac:spMkLst>
            <pc:docMk/>
            <pc:sldMk cId="3153868863" sldId="263"/>
            <ac:spMk id="9" creationId="{1490BB10-E9D0-E292-1EA5-DC360A671E8A}"/>
          </ac:spMkLst>
        </pc:spChg>
        <pc:spChg chg="del mod">
          <ac:chgData name="Khodabandeloo, Babak" userId="3242f5d0-fe95-4f88-8be2-dbc526982ce4" providerId="ADAL" clId="{33985D7C-CE40-416F-87AE-2A2A35139E6F}" dt="2025-11-02T15:54:10.021" v="5705" actId="478"/>
          <ac:spMkLst>
            <pc:docMk/>
            <pc:sldMk cId="3153868863" sldId="263"/>
            <ac:spMk id="11" creationId="{8BAA174E-DDA3-D7AD-2468-30987CAE8857}"/>
          </ac:spMkLst>
        </pc:spChg>
        <pc:spChg chg="mod">
          <ac:chgData name="Khodabandeloo, Babak" userId="3242f5d0-fe95-4f88-8be2-dbc526982ce4" providerId="ADAL" clId="{33985D7C-CE40-416F-87AE-2A2A35139E6F}" dt="2025-11-02T15:54:00.839" v="5701" actId="1076"/>
          <ac:spMkLst>
            <pc:docMk/>
            <pc:sldMk cId="3153868863" sldId="263"/>
            <ac:spMk id="26" creationId="{02A217FC-1515-26C6-FB6C-34B6370753FF}"/>
          </ac:spMkLst>
        </pc:spChg>
        <pc:spChg chg="mod">
          <ac:chgData name="Khodabandeloo, Babak" userId="3242f5d0-fe95-4f88-8be2-dbc526982ce4" providerId="ADAL" clId="{33985D7C-CE40-416F-87AE-2A2A35139E6F}" dt="2025-11-02T15:54:00.839" v="5701" actId="1076"/>
          <ac:spMkLst>
            <pc:docMk/>
            <pc:sldMk cId="3153868863" sldId="263"/>
            <ac:spMk id="29" creationId="{FCCF123D-0D33-0566-5ED2-16D48755686B}"/>
          </ac:spMkLst>
        </pc:spChg>
        <pc:spChg chg="mod">
          <ac:chgData name="Khodabandeloo, Babak" userId="3242f5d0-fe95-4f88-8be2-dbc526982ce4" providerId="ADAL" clId="{33985D7C-CE40-416F-87AE-2A2A35139E6F}" dt="2025-11-02T15:54:00.839" v="5701" actId="1076"/>
          <ac:spMkLst>
            <pc:docMk/>
            <pc:sldMk cId="3153868863" sldId="263"/>
            <ac:spMk id="31" creationId="{CBEB048F-6635-0332-F3B7-68BAC9DF3743}"/>
          </ac:spMkLst>
        </pc:spChg>
        <pc:grpChg chg="add mod">
          <ac:chgData name="Khodabandeloo, Babak" userId="3242f5d0-fe95-4f88-8be2-dbc526982ce4" providerId="ADAL" clId="{33985D7C-CE40-416F-87AE-2A2A35139E6F}" dt="2025-11-02T15:54:31.264" v="5713" actId="1076"/>
          <ac:grpSpMkLst>
            <pc:docMk/>
            <pc:sldMk cId="3153868863" sldId="263"/>
            <ac:grpSpMk id="5" creationId="{B6ADD698-9C1E-7DDF-5F7D-DF54B3BAF47B}"/>
          </ac:grpSpMkLst>
        </pc:grpChg>
        <pc:grpChg chg="del mod">
          <ac:chgData name="Khodabandeloo, Babak" userId="3242f5d0-fe95-4f88-8be2-dbc526982ce4" providerId="ADAL" clId="{33985D7C-CE40-416F-87AE-2A2A35139E6F}" dt="2025-11-02T15:54:10.021" v="5705" actId="478"/>
          <ac:grpSpMkLst>
            <pc:docMk/>
            <pc:sldMk cId="3153868863" sldId="263"/>
            <ac:grpSpMk id="8" creationId="{777A7247-835F-7C53-7669-CFE3C5F80B1A}"/>
          </ac:grpSpMkLst>
        </pc:grpChg>
        <pc:grpChg chg="add mod">
          <ac:chgData name="Khodabandeloo, Babak" userId="3242f5d0-fe95-4f88-8be2-dbc526982ce4" providerId="ADAL" clId="{33985D7C-CE40-416F-87AE-2A2A35139E6F}" dt="2025-11-02T15:54:00.839" v="5701" actId="1076"/>
          <ac:grpSpMkLst>
            <pc:docMk/>
            <pc:sldMk cId="3153868863" sldId="263"/>
            <ac:grpSpMk id="25" creationId="{817708BB-0FA4-370B-8F65-F328300D926D}"/>
          </ac:grpSpMkLst>
        </pc:grpChg>
        <pc:grpChg chg="mod">
          <ac:chgData name="Khodabandeloo, Babak" userId="3242f5d0-fe95-4f88-8be2-dbc526982ce4" providerId="ADAL" clId="{33985D7C-CE40-416F-87AE-2A2A35139E6F}" dt="2025-11-02T15:54:00.839" v="5701" actId="1076"/>
          <ac:grpSpMkLst>
            <pc:docMk/>
            <pc:sldMk cId="3153868863" sldId="263"/>
            <ac:grpSpMk id="28" creationId="{454644DB-9F3E-BDCA-F3D5-41457BF240A6}"/>
          </ac:grpSpMkLst>
        </pc:grpChg>
        <pc:picChg chg="mod">
          <ac:chgData name="Khodabandeloo, Babak" userId="3242f5d0-fe95-4f88-8be2-dbc526982ce4" providerId="ADAL" clId="{33985D7C-CE40-416F-87AE-2A2A35139E6F}" dt="2025-11-02T15:54:11.367" v="5706" actId="478"/>
          <ac:picMkLst>
            <pc:docMk/>
            <pc:sldMk cId="3153868863" sldId="263"/>
            <ac:picMk id="7" creationId="{954D9CB1-756E-16CE-C55B-3563119BF14C}"/>
          </ac:picMkLst>
        </pc:picChg>
        <pc:picChg chg="del mod">
          <ac:chgData name="Khodabandeloo, Babak" userId="3242f5d0-fe95-4f88-8be2-dbc526982ce4" providerId="ADAL" clId="{33985D7C-CE40-416F-87AE-2A2A35139E6F}" dt="2025-11-02T15:54:11.367" v="5706" actId="478"/>
          <ac:picMkLst>
            <pc:docMk/>
            <pc:sldMk cId="3153868863" sldId="263"/>
            <ac:picMk id="10" creationId="{B1ACF5A9-0BF1-8A4D-2DF4-3BC380B63534}"/>
          </ac:picMkLst>
        </pc:picChg>
        <pc:picChg chg="add mod modCrop">
          <ac:chgData name="Khodabandeloo, Babak" userId="3242f5d0-fe95-4f88-8be2-dbc526982ce4" providerId="ADAL" clId="{33985D7C-CE40-416F-87AE-2A2A35139E6F}" dt="2025-11-02T15:52:43.565" v="5688" actId="1076"/>
          <ac:picMkLst>
            <pc:docMk/>
            <pc:sldMk cId="3153868863" sldId="263"/>
            <ac:picMk id="13" creationId="{0E3ECB62-614C-47CF-2F07-5971F1A94B69}"/>
          </ac:picMkLst>
        </pc:picChg>
        <pc:picChg chg="add del mod">
          <ac:chgData name="Khodabandeloo, Babak" userId="3242f5d0-fe95-4f88-8be2-dbc526982ce4" providerId="ADAL" clId="{33985D7C-CE40-416F-87AE-2A2A35139E6F}" dt="2025-11-02T15:48:29.824" v="5418" actId="478"/>
          <ac:picMkLst>
            <pc:docMk/>
            <pc:sldMk cId="3153868863" sldId="263"/>
            <ac:picMk id="15" creationId="{172C2D41-3D0C-FA40-FF27-098ACA549F8F}"/>
          </ac:picMkLst>
        </pc:picChg>
        <pc:picChg chg="add del mod ord modCrop">
          <ac:chgData name="Khodabandeloo, Babak" userId="3242f5d0-fe95-4f88-8be2-dbc526982ce4" providerId="ADAL" clId="{33985D7C-CE40-416F-87AE-2A2A35139E6F}" dt="2025-11-02T15:52:57.359" v="5692" actId="1076"/>
          <ac:picMkLst>
            <pc:docMk/>
            <pc:sldMk cId="3153868863" sldId="263"/>
            <ac:picMk id="19" creationId="{7D3543AB-64AF-8FBB-3208-B3580839F36A}"/>
          </ac:picMkLst>
        </pc:picChg>
        <pc:picChg chg="add mod">
          <ac:chgData name="Khodabandeloo, Babak" userId="3242f5d0-fe95-4f88-8be2-dbc526982ce4" providerId="ADAL" clId="{33985D7C-CE40-416F-87AE-2A2A35139E6F}" dt="2025-11-02T15:56:00.817" v="5858" actId="1076"/>
          <ac:picMkLst>
            <pc:docMk/>
            <pc:sldMk cId="3153868863" sldId="263"/>
            <ac:picMk id="24" creationId="{00FCAEBD-87EA-331E-3B18-08E8D0541F24}"/>
          </ac:picMkLst>
        </pc:picChg>
        <pc:picChg chg="mod">
          <ac:chgData name="Khodabandeloo, Babak" userId="3242f5d0-fe95-4f88-8be2-dbc526982ce4" providerId="ADAL" clId="{33985D7C-CE40-416F-87AE-2A2A35139E6F}" dt="2025-11-02T15:54:00.839" v="5701" actId="1076"/>
          <ac:picMkLst>
            <pc:docMk/>
            <pc:sldMk cId="3153868863" sldId="263"/>
            <ac:picMk id="27" creationId="{807E2E58-E897-3CBE-56B1-DBEC295A475A}"/>
          </ac:picMkLst>
        </pc:picChg>
        <pc:picChg chg="mod">
          <ac:chgData name="Khodabandeloo, Babak" userId="3242f5d0-fe95-4f88-8be2-dbc526982ce4" providerId="ADAL" clId="{33985D7C-CE40-416F-87AE-2A2A35139E6F}" dt="2025-11-02T15:54:00.839" v="5701" actId="1076"/>
          <ac:picMkLst>
            <pc:docMk/>
            <pc:sldMk cId="3153868863" sldId="263"/>
            <ac:picMk id="30" creationId="{4E4D47F2-A06A-3C65-45FD-1370C4713837}"/>
          </ac:picMkLst>
        </pc:picChg>
        <pc:picChg chg="add">
          <ac:chgData name="Khodabandeloo, Babak" userId="3242f5d0-fe95-4f88-8be2-dbc526982ce4" providerId="ADAL" clId="{33985D7C-CE40-416F-87AE-2A2A35139E6F}" dt="2025-11-02T15:51:19.647" v="5664"/>
          <ac:picMkLst>
            <pc:docMk/>
            <pc:sldMk cId="3153868863" sldId="263"/>
            <ac:picMk id="1026" creationId="{9356C295-7C14-C9FD-5019-D1D4E3A101FD}"/>
          </ac:picMkLst>
        </pc:picChg>
        <pc:picChg chg="add mod">
          <ac:chgData name="Khodabandeloo, Babak" userId="3242f5d0-fe95-4f88-8be2-dbc526982ce4" providerId="ADAL" clId="{33985D7C-CE40-416F-87AE-2A2A35139E6F}" dt="2025-11-02T15:51:34.467" v="5667" actId="1076"/>
          <ac:picMkLst>
            <pc:docMk/>
            <pc:sldMk cId="3153868863" sldId="263"/>
            <ac:picMk id="1028" creationId="{2B2C16FA-F367-CB7A-811E-0A665C1DFF70}"/>
          </ac:picMkLst>
        </pc:picChg>
        <pc:picChg chg="add mod">
          <ac:chgData name="Khodabandeloo, Babak" userId="3242f5d0-fe95-4f88-8be2-dbc526982ce4" providerId="ADAL" clId="{33985D7C-CE40-416F-87AE-2A2A35139E6F}" dt="2025-11-02T15:56:04.437" v="5860" actId="1076"/>
          <ac:picMkLst>
            <pc:docMk/>
            <pc:sldMk cId="3153868863" sldId="263"/>
            <ac:picMk id="1030" creationId="{25F02FC9-AEFA-1033-DF00-9709F55A3629}"/>
          </ac:picMkLst>
        </pc:picChg>
        <pc:picChg chg="add mod">
          <ac:chgData name="Khodabandeloo, Babak" userId="3242f5d0-fe95-4f88-8be2-dbc526982ce4" providerId="ADAL" clId="{33985D7C-CE40-416F-87AE-2A2A35139E6F}" dt="2025-11-02T15:53:49.045" v="5699"/>
          <ac:picMkLst>
            <pc:docMk/>
            <pc:sldMk cId="3153868863" sldId="263"/>
            <ac:picMk id="1032" creationId="{ADD64805-D67D-4876-1273-87DE970A605E}"/>
          </ac:picMkLst>
        </pc:picChg>
      </pc:sldChg>
      <pc:sldChg chg="addSp delSp modSp new del mod">
        <pc:chgData name="Khodabandeloo, Babak" userId="3242f5d0-fe95-4f88-8be2-dbc526982ce4" providerId="ADAL" clId="{33985D7C-CE40-416F-87AE-2A2A35139E6F}" dt="2025-10-30T14:35:20.162" v="2170" actId="47"/>
        <pc:sldMkLst>
          <pc:docMk/>
          <pc:sldMk cId="523462758" sldId="264"/>
        </pc:sldMkLst>
      </pc:sldChg>
      <pc:sldChg chg="addSp delSp modSp add mod ord">
        <pc:chgData name="Khodabandeloo, Babak" userId="3242f5d0-fe95-4f88-8be2-dbc526982ce4" providerId="ADAL" clId="{33985D7C-CE40-416F-87AE-2A2A35139E6F}" dt="2025-11-02T09:04:51.272" v="4633"/>
        <pc:sldMkLst>
          <pc:docMk/>
          <pc:sldMk cId="2983404871" sldId="271"/>
        </pc:sldMkLst>
        <pc:spChg chg="mod">
          <ac:chgData name="Khodabandeloo, Babak" userId="3242f5d0-fe95-4f88-8be2-dbc526982ce4" providerId="ADAL" clId="{33985D7C-CE40-416F-87AE-2A2A35139E6F}" dt="2025-10-27T16:20:02.508" v="786" actId="20577"/>
          <ac:spMkLst>
            <pc:docMk/>
            <pc:sldMk cId="2983404871" sldId="271"/>
            <ac:spMk id="2" creationId="{BBE14976-81A5-A573-D78E-898CD6D07D40}"/>
          </ac:spMkLst>
        </pc:spChg>
        <pc:picChg chg="mod">
          <ac:chgData name="Khodabandeloo, Babak" userId="3242f5d0-fe95-4f88-8be2-dbc526982ce4" providerId="ADAL" clId="{33985D7C-CE40-416F-87AE-2A2A35139E6F}" dt="2025-10-27T16:20:13.746" v="788" actId="1076"/>
          <ac:picMkLst>
            <pc:docMk/>
            <pc:sldMk cId="2983404871" sldId="271"/>
            <ac:picMk id="39" creationId="{94792287-E6A8-B288-D130-63928947C137}"/>
          </ac:picMkLst>
        </pc:picChg>
        <pc:picChg chg="add mod">
          <ac:chgData name="Khodabandeloo, Babak" userId="3242f5d0-fe95-4f88-8be2-dbc526982ce4" providerId="ADAL" clId="{33985D7C-CE40-416F-87AE-2A2A35139E6F}" dt="2025-10-27T15:07:02.530" v="768" actId="1076"/>
          <ac:picMkLst>
            <pc:docMk/>
            <pc:sldMk cId="2983404871" sldId="271"/>
            <ac:picMk id="41" creationId="{A771A5D9-24A5-A7EF-5457-44FEB6D5CBCD}"/>
          </ac:picMkLst>
        </pc:picChg>
      </pc:sldChg>
      <pc:sldChg chg="modSp mod">
        <pc:chgData name="Khodabandeloo, Babak" userId="3242f5d0-fe95-4f88-8be2-dbc526982ce4" providerId="ADAL" clId="{33985D7C-CE40-416F-87AE-2A2A35139E6F}" dt="2025-11-02T09:18:12.130" v="5051" actId="20577"/>
        <pc:sldMkLst>
          <pc:docMk/>
          <pc:sldMk cId="3643874488" sldId="272"/>
        </pc:sldMkLst>
        <pc:spChg chg="mod">
          <ac:chgData name="Khodabandeloo, Babak" userId="3242f5d0-fe95-4f88-8be2-dbc526982ce4" providerId="ADAL" clId="{33985D7C-CE40-416F-87AE-2A2A35139E6F}" dt="2025-11-02T09:18:12.130" v="5051" actId="20577"/>
          <ac:spMkLst>
            <pc:docMk/>
            <pc:sldMk cId="3643874488" sldId="272"/>
            <ac:spMk id="3" creationId="{9879219B-FA13-5EB5-3B19-FC2B1EA5EF25}"/>
          </ac:spMkLst>
        </pc:spChg>
      </pc:sldChg>
      <pc:sldChg chg="addSp delSp modSp new mod">
        <pc:chgData name="Khodabandeloo, Babak" userId="3242f5d0-fe95-4f88-8be2-dbc526982ce4" providerId="ADAL" clId="{33985D7C-CE40-416F-87AE-2A2A35139E6F}" dt="2025-11-03T08:42:42.545" v="6854" actId="20577"/>
        <pc:sldMkLst>
          <pc:docMk/>
          <pc:sldMk cId="1190013462" sldId="273"/>
        </pc:sldMkLst>
        <pc:spChg chg="add mod">
          <ac:chgData name="Khodabandeloo, Babak" userId="3242f5d0-fe95-4f88-8be2-dbc526982ce4" providerId="ADAL" clId="{33985D7C-CE40-416F-87AE-2A2A35139E6F}" dt="2025-11-02T09:09:35.009" v="4696" actId="14100"/>
          <ac:spMkLst>
            <pc:docMk/>
            <pc:sldMk cId="1190013462" sldId="273"/>
            <ac:spMk id="2" creationId="{25AB4FF5-97A3-4194-5844-E0E0C270F946}"/>
          </ac:spMkLst>
        </pc:spChg>
        <pc:spChg chg="add mod">
          <ac:chgData name="Khodabandeloo, Babak" userId="3242f5d0-fe95-4f88-8be2-dbc526982ce4" providerId="ADAL" clId="{33985D7C-CE40-416F-87AE-2A2A35139E6F}" dt="2025-11-03T08:42:42.545" v="6854" actId="20577"/>
          <ac:spMkLst>
            <pc:docMk/>
            <pc:sldMk cId="1190013462" sldId="273"/>
            <ac:spMk id="3" creationId="{18801759-DDB4-AF52-ED7D-9E3135F80E9D}"/>
          </ac:spMkLst>
        </pc:spChg>
        <pc:spChg chg="mod topLvl">
          <ac:chgData name="Khodabandeloo, Babak" userId="3242f5d0-fe95-4f88-8be2-dbc526982ce4" providerId="ADAL" clId="{33985D7C-CE40-416F-87AE-2A2A35139E6F}" dt="2025-11-01T21:32:53.317" v="4319" actId="1076"/>
          <ac:spMkLst>
            <pc:docMk/>
            <pc:sldMk cId="1190013462" sldId="273"/>
            <ac:spMk id="14" creationId="{7177F10B-501D-FBF8-3602-D2D4AE8785EA}"/>
          </ac:spMkLst>
        </pc:spChg>
        <pc:spChg chg="mod topLvl">
          <ac:chgData name="Khodabandeloo, Babak" userId="3242f5d0-fe95-4f88-8be2-dbc526982ce4" providerId="ADAL" clId="{33985D7C-CE40-416F-87AE-2A2A35139E6F}" dt="2025-11-01T21:32:53.317" v="4319" actId="1076"/>
          <ac:spMkLst>
            <pc:docMk/>
            <pc:sldMk cId="1190013462" sldId="273"/>
            <ac:spMk id="17" creationId="{B343BA65-EEF9-3451-70B5-D70CE2D51A6E}"/>
          </ac:spMkLst>
        </pc:spChg>
        <pc:spChg chg="mod topLvl">
          <ac:chgData name="Khodabandeloo, Babak" userId="3242f5d0-fe95-4f88-8be2-dbc526982ce4" providerId="ADAL" clId="{33985D7C-CE40-416F-87AE-2A2A35139E6F}" dt="2025-11-01T21:32:53.317" v="4319" actId="1076"/>
          <ac:spMkLst>
            <pc:docMk/>
            <pc:sldMk cId="1190013462" sldId="273"/>
            <ac:spMk id="19" creationId="{DE29CBAB-4EC6-BA84-B26C-1CFDEC9F9CFC}"/>
          </ac:spMkLst>
        </pc:spChg>
        <pc:spChg chg="add mod">
          <ac:chgData name="Khodabandeloo, Babak" userId="3242f5d0-fe95-4f88-8be2-dbc526982ce4" providerId="ADAL" clId="{33985D7C-CE40-416F-87AE-2A2A35139E6F}" dt="2025-11-01T21:32:50.790" v="4318" actId="1076"/>
          <ac:spMkLst>
            <pc:docMk/>
            <pc:sldMk cId="1190013462" sldId="273"/>
            <ac:spMk id="22" creationId="{8AB4A614-80D7-B1D9-CE51-08B9264DF3C0}"/>
          </ac:spMkLst>
        </pc:spChg>
        <pc:spChg chg="mod">
          <ac:chgData name="Khodabandeloo, Babak" userId="3242f5d0-fe95-4f88-8be2-dbc526982ce4" providerId="ADAL" clId="{33985D7C-CE40-416F-87AE-2A2A35139E6F}" dt="2025-11-01T21:32:50.790" v="4318" actId="1076"/>
          <ac:spMkLst>
            <pc:docMk/>
            <pc:sldMk cId="1190013462" sldId="273"/>
            <ac:spMk id="26" creationId="{6A7B45E4-2608-2660-6522-30DCC721A364}"/>
          </ac:spMkLst>
        </pc:spChg>
        <pc:spChg chg="add mod">
          <ac:chgData name="Khodabandeloo, Babak" userId="3242f5d0-fe95-4f88-8be2-dbc526982ce4" providerId="ADAL" clId="{33985D7C-CE40-416F-87AE-2A2A35139E6F}" dt="2025-11-01T21:32:50.790" v="4318" actId="1076"/>
          <ac:spMkLst>
            <pc:docMk/>
            <pc:sldMk cId="1190013462" sldId="273"/>
            <ac:spMk id="27" creationId="{83D370EE-16D3-7F6C-AB78-69B6C80966D6}"/>
          </ac:spMkLst>
        </pc:spChg>
        <pc:grpChg chg="add mod">
          <ac:chgData name="Khodabandeloo, Babak" userId="3242f5d0-fe95-4f88-8be2-dbc526982ce4" providerId="ADAL" clId="{33985D7C-CE40-416F-87AE-2A2A35139E6F}" dt="2025-11-01T21:32:53.317" v="4319" actId="1076"/>
          <ac:grpSpMkLst>
            <pc:docMk/>
            <pc:sldMk cId="1190013462" sldId="273"/>
            <ac:grpSpMk id="21" creationId="{E0EDE3D1-F560-758B-426D-B7D3CE934903}"/>
          </ac:grpSpMkLst>
        </pc:grpChg>
        <pc:grpChg chg="add mod">
          <ac:chgData name="Khodabandeloo, Babak" userId="3242f5d0-fe95-4f88-8be2-dbc526982ce4" providerId="ADAL" clId="{33985D7C-CE40-416F-87AE-2A2A35139E6F}" dt="2025-11-01T21:32:50.790" v="4318" actId="1076"/>
          <ac:grpSpMkLst>
            <pc:docMk/>
            <pc:sldMk cId="1190013462" sldId="273"/>
            <ac:grpSpMk id="24" creationId="{544CF968-8CEA-72DF-31B4-EAF4C7753627}"/>
          </ac:grpSpMkLst>
        </pc:grpChg>
        <pc:grpChg chg="add mod">
          <ac:chgData name="Khodabandeloo, Babak" userId="3242f5d0-fe95-4f88-8be2-dbc526982ce4" providerId="ADAL" clId="{33985D7C-CE40-416F-87AE-2A2A35139E6F}" dt="2025-11-01T21:32:53.317" v="4319" actId="1076"/>
          <ac:grpSpMkLst>
            <pc:docMk/>
            <pc:sldMk cId="1190013462" sldId="273"/>
            <ac:grpSpMk id="28" creationId="{922D22F6-A29D-484E-A4DC-3D8FE7C2DD38}"/>
          </ac:grpSpMkLst>
        </pc:grpChg>
        <pc:grpChg chg="add mod">
          <ac:chgData name="Khodabandeloo, Babak" userId="3242f5d0-fe95-4f88-8be2-dbc526982ce4" providerId="ADAL" clId="{33985D7C-CE40-416F-87AE-2A2A35139E6F}" dt="2025-11-01T21:32:50.790" v="4318" actId="1076"/>
          <ac:grpSpMkLst>
            <pc:docMk/>
            <pc:sldMk cId="1190013462" sldId="273"/>
            <ac:grpSpMk id="29" creationId="{12A415B9-54CC-7734-ADAA-90274C74A3F3}"/>
          </ac:grpSpMkLst>
        </pc:grpChg>
        <pc:picChg chg="add mod">
          <ac:chgData name="Khodabandeloo, Babak" userId="3242f5d0-fe95-4f88-8be2-dbc526982ce4" providerId="ADAL" clId="{33985D7C-CE40-416F-87AE-2A2A35139E6F}" dt="2025-11-01T21:33:02.974" v="4324" actId="1076"/>
          <ac:picMkLst>
            <pc:docMk/>
            <pc:sldMk cId="1190013462" sldId="273"/>
            <ac:picMk id="5" creationId="{BCC44BEC-5F01-EAF1-3400-C56FE43FA87F}"/>
          </ac:picMkLst>
        </pc:picChg>
        <pc:picChg chg="add mod">
          <ac:chgData name="Khodabandeloo, Babak" userId="3242f5d0-fe95-4f88-8be2-dbc526982ce4" providerId="ADAL" clId="{33985D7C-CE40-416F-87AE-2A2A35139E6F}" dt="2025-11-01T21:33:06.187" v="4325" actId="1076"/>
          <ac:picMkLst>
            <pc:docMk/>
            <pc:sldMk cId="1190013462" sldId="273"/>
            <ac:picMk id="6" creationId="{04536B2E-0BD2-452C-0E2A-1D981500F623}"/>
          </ac:picMkLst>
        </pc:picChg>
        <pc:picChg chg="add mod modCrop">
          <ac:chgData name="Khodabandeloo, Babak" userId="3242f5d0-fe95-4f88-8be2-dbc526982ce4" providerId="ADAL" clId="{33985D7C-CE40-416F-87AE-2A2A35139E6F}" dt="2025-11-01T21:33:08.177" v="4326" actId="1076"/>
          <ac:picMkLst>
            <pc:docMk/>
            <pc:sldMk cId="1190013462" sldId="273"/>
            <ac:picMk id="7" creationId="{6D315494-43EE-8739-824B-DE3D30D370B8}"/>
          </ac:picMkLst>
        </pc:picChg>
        <pc:picChg chg="mod topLvl">
          <ac:chgData name="Khodabandeloo, Babak" userId="3242f5d0-fe95-4f88-8be2-dbc526982ce4" providerId="ADAL" clId="{33985D7C-CE40-416F-87AE-2A2A35139E6F}" dt="2025-11-01T21:32:53.317" v="4319" actId="1076"/>
          <ac:picMkLst>
            <pc:docMk/>
            <pc:sldMk cId="1190013462" sldId="273"/>
            <ac:picMk id="15" creationId="{EB68A84A-5438-152C-0EF0-18B217C2803D}"/>
          </ac:picMkLst>
        </pc:picChg>
        <pc:picChg chg="mod topLvl">
          <ac:chgData name="Khodabandeloo, Babak" userId="3242f5d0-fe95-4f88-8be2-dbc526982ce4" providerId="ADAL" clId="{33985D7C-CE40-416F-87AE-2A2A35139E6F}" dt="2025-11-01T21:32:53.317" v="4319" actId="1076"/>
          <ac:picMkLst>
            <pc:docMk/>
            <pc:sldMk cId="1190013462" sldId="273"/>
            <ac:picMk id="18" creationId="{C3B9C731-AE95-DB30-714B-AD36022DDA0E}"/>
          </ac:picMkLst>
        </pc:picChg>
        <pc:picChg chg="add mod">
          <ac:chgData name="Khodabandeloo, Babak" userId="3242f5d0-fe95-4f88-8be2-dbc526982ce4" providerId="ADAL" clId="{33985D7C-CE40-416F-87AE-2A2A35139E6F}" dt="2025-11-01T21:32:50.790" v="4318" actId="1076"/>
          <ac:picMkLst>
            <pc:docMk/>
            <pc:sldMk cId="1190013462" sldId="273"/>
            <ac:picMk id="23" creationId="{C3803004-18D4-118D-3F72-FCD04125371A}"/>
          </ac:picMkLst>
        </pc:picChg>
        <pc:picChg chg="mod">
          <ac:chgData name="Khodabandeloo, Babak" userId="3242f5d0-fe95-4f88-8be2-dbc526982ce4" providerId="ADAL" clId="{33985D7C-CE40-416F-87AE-2A2A35139E6F}" dt="2025-11-01T21:32:50.790" v="4318" actId="1076"/>
          <ac:picMkLst>
            <pc:docMk/>
            <pc:sldMk cId="1190013462" sldId="273"/>
            <ac:picMk id="25" creationId="{0FCF53D9-949D-9394-4A0E-0D58DC95641F}"/>
          </ac:picMkLst>
        </pc:picChg>
      </pc:sldChg>
      <pc:sldChg chg="addSp delSp modSp new mod">
        <pc:chgData name="Khodabandeloo, Babak" userId="3242f5d0-fe95-4f88-8be2-dbc526982ce4" providerId="ADAL" clId="{33985D7C-CE40-416F-87AE-2A2A35139E6F}" dt="2025-11-03T08:21:03.456" v="6280" actId="20577"/>
        <pc:sldMkLst>
          <pc:docMk/>
          <pc:sldMk cId="4016615375" sldId="274"/>
        </pc:sldMkLst>
        <pc:spChg chg="mod">
          <ac:chgData name="Khodabandeloo, Babak" userId="3242f5d0-fe95-4f88-8be2-dbc526982ce4" providerId="ADAL" clId="{33985D7C-CE40-416F-87AE-2A2A35139E6F}" dt="2025-11-01T16:30:42.375" v="2539" actId="404"/>
          <ac:spMkLst>
            <pc:docMk/>
            <pc:sldMk cId="4016615375" sldId="274"/>
            <ac:spMk id="2" creationId="{68D053D3-9E28-9DB0-1950-F089F994EE0B}"/>
          </ac:spMkLst>
        </pc:spChg>
        <pc:spChg chg="add mod">
          <ac:chgData name="Khodabandeloo, Babak" userId="3242f5d0-fe95-4f88-8be2-dbc526982ce4" providerId="ADAL" clId="{33985D7C-CE40-416F-87AE-2A2A35139E6F}" dt="2025-11-02T19:55:47.992" v="6235" actId="3064"/>
          <ac:spMkLst>
            <pc:docMk/>
            <pc:sldMk cId="4016615375" sldId="274"/>
            <ac:spMk id="4" creationId="{E429F89B-0DD9-B511-0243-7C8807D0EB56}"/>
          </ac:spMkLst>
        </pc:spChg>
        <pc:spChg chg="add mod">
          <ac:chgData name="Khodabandeloo, Babak" userId="3242f5d0-fe95-4f88-8be2-dbc526982ce4" providerId="ADAL" clId="{33985D7C-CE40-416F-87AE-2A2A35139E6F}" dt="2025-11-02T19:55:28.050" v="6224" actId="1076"/>
          <ac:spMkLst>
            <pc:docMk/>
            <pc:sldMk cId="4016615375" sldId="274"/>
            <ac:spMk id="9" creationId="{47AE10B2-5A06-3ED0-343C-2072E48E4E43}"/>
          </ac:spMkLst>
        </pc:spChg>
        <pc:spChg chg="add mod">
          <ac:chgData name="Khodabandeloo, Babak" userId="3242f5d0-fe95-4f88-8be2-dbc526982ce4" providerId="ADAL" clId="{33985D7C-CE40-416F-87AE-2A2A35139E6F}" dt="2025-11-02T19:55:28.050" v="6224" actId="1076"/>
          <ac:spMkLst>
            <pc:docMk/>
            <pc:sldMk cId="4016615375" sldId="274"/>
            <ac:spMk id="10" creationId="{1389EBEA-D31D-1752-1B72-255D82689182}"/>
          </ac:spMkLst>
        </pc:spChg>
        <pc:spChg chg="add mod">
          <ac:chgData name="Khodabandeloo, Babak" userId="3242f5d0-fe95-4f88-8be2-dbc526982ce4" providerId="ADAL" clId="{33985D7C-CE40-416F-87AE-2A2A35139E6F}" dt="2025-11-02T19:55:28.050" v="6224" actId="1076"/>
          <ac:spMkLst>
            <pc:docMk/>
            <pc:sldMk cId="4016615375" sldId="274"/>
            <ac:spMk id="11" creationId="{1C2286A1-E405-BBBA-9F14-70148DD1098B}"/>
          </ac:spMkLst>
        </pc:spChg>
        <pc:spChg chg="add mod">
          <ac:chgData name="Khodabandeloo, Babak" userId="3242f5d0-fe95-4f88-8be2-dbc526982ce4" providerId="ADAL" clId="{33985D7C-CE40-416F-87AE-2A2A35139E6F}" dt="2025-11-03T08:21:03.456" v="6280" actId="20577"/>
          <ac:spMkLst>
            <pc:docMk/>
            <pc:sldMk cId="4016615375" sldId="274"/>
            <ac:spMk id="13" creationId="{56594F64-90F9-6CF9-3DB4-AA19A3B04583}"/>
          </ac:spMkLst>
        </pc:spChg>
        <pc:spChg chg="add mod">
          <ac:chgData name="Khodabandeloo, Babak" userId="3242f5d0-fe95-4f88-8be2-dbc526982ce4" providerId="ADAL" clId="{33985D7C-CE40-416F-87AE-2A2A35139E6F}" dt="2025-11-03T08:20:55.842" v="6275" actId="14100"/>
          <ac:spMkLst>
            <pc:docMk/>
            <pc:sldMk cId="4016615375" sldId="274"/>
            <ac:spMk id="14" creationId="{DD319932-3DFE-CE8A-26B1-BD998B6F599A}"/>
          </ac:spMkLst>
        </pc:spChg>
        <pc:picChg chg="add mod">
          <ac:chgData name="Khodabandeloo, Babak" userId="3242f5d0-fe95-4f88-8be2-dbc526982ce4" providerId="ADAL" clId="{33985D7C-CE40-416F-87AE-2A2A35139E6F}" dt="2025-10-30T13:26:32.764" v="1907" actId="1076"/>
          <ac:picMkLst>
            <pc:docMk/>
            <pc:sldMk cId="4016615375" sldId="274"/>
            <ac:picMk id="5" creationId="{D8420952-1F90-B9A4-6FE1-C2147338A893}"/>
          </ac:picMkLst>
        </pc:picChg>
        <pc:picChg chg="add mod">
          <ac:chgData name="Khodabandeloo, Babak" userId="3242f5d0-fe95-4f88-8be2-dbc526982ce4" providerId="ADAL" clId="{33985D7C-CE40-416F-87AE-2A2A35139E6F}" dt="2025-11-02T19:55:29.611" v="6225" actId="1076"/>
          <ac:picMkLst>
            <pc:docMk/>
            <pc:sldMk cId="4016615375" sldId="274"/>
            <ac:picMk id="7" creationId="{56C42EDB-1DFC-4FFB-47DD-1F409944219B}"/>
          </ac:picMkLst>
        </pc:picChg>
        <pc:picChg chg="add mod">
          <ac:chgData name="Khodabandeloo, Babak" userId="3242f5d0-fe95-4f88-8be2-dbc526982ce4" providerId="ADAL" clId="{33985D7C-CE40-416F-87AE-2A2A35139E6F}" dt="2025-11-02T19:55:28.050" v="6224" actId="1076"/>
          <ac:picMkLst>
            <pc:docMk/>
            <pc:sldMk cId="4016615375" sldId="274"/>
            <ac:picMk id="8" creationId="{277F11D8-02F4-7520-DC31-278D8535378D}"/>
          </ac:picMkLst>
        </pc:picChg>
      </pc:sldChg>
      <pc:sldChg chg="add">
        <pc:chgData name="Khodabandeloo, Babak" userId="3242f5d0-fe95-4f88-8be2-dbc526982ce4" providerId="ADAL" clId="{33985D7C-CE40-416F-87AE-2A2A35139E6F}" dt="2025-10-29T11:44:40.237" v="1348" actId="2890"/>
        <pc:sldMkLst>
          <pc:docMk/>
          <pc:sldMk cId="3330540131" sldId="275"/>
        </pc:sldMkLst>
      </pc:sldChg>
      <pc:sldChg chg="addSp delSp modSp new mod ord">
        <pc:chgData name="Khodabandeloo, Babak" userId="3242f5d0-fe95-4f88-8be2-dbc526982ce4" providerId="ADAL" clId="{33985D7C-CE40-416F-87AE-2A2A35139E6F}" dt="2025-11-03T08:40:51.713" v="6682" actId="1076"/>
        <pc:sldMkLst>
          <pc:docMk/>
          <pc:sldMk cId="3863664605" sldId="276"/>
        </pc:sldMkLst>
        <pc:spChg chg="mod">
          <ac:chgData name="Khodabandeloo, Babak" userId="3242f5d0-fe95-4f88-8be2-dbc526982ce4" providerId="ADAL" clId="{33985D7C-CE40-416F-87AE-2A2A35139E6F}" dt="2025-11-02T09:04:11.717" v="4622" actId="1076"/>
          <ac:spMkLst>
            <pc:docMk/>
            <pc:sldMk cId="3863664605" sldId="276"/>
            <ac:spMk id="2" creationId="{41C96566-372B-3BA6-10FD-79E73A8BBDBC}"/>
          </ac:spMkLst>
        </pc:spChg>
        <pc:spChg chg="add mod">
          <ac:chgData name="Khodabandeloo, Babak" userId="3242f5d0-fe95-4f88-8be2-dbc526982ce4" providerId="ADAL" clId="{33985D7C-CE40-416F-87AE-2A2A35139E6F}" dt="2025-11-03T08:39:32.931" v="6522" actId="1076"/>
          <ac:spMkLst>
            <pc:docMk/>
            <pc:sldMk cId="3863664605" sldId="276"/>
            <ac:spMk id="4" creationId="{E958B465-AAD7-9836-226F-44C3EF7446A6}"/>
          </ac:spMkLst>
        </pc:spChg>
        <pc:spChg chg="add mod">
          <ac:chgData name="Khodabandeloo, Babak" userId="3242f5d0-fe95-4f88-8be2-dbc526982ce4" providerId="ADAL" clId="{33985D7C-CE40-416F-87AE-2A2A35139E6F}" dt="2025-11-03T08:40:51.713" v="6682" actId="1076"/>
          <ac:spMkLst>
            <pc:docMk/>
            <pc:sldMk cId="3863664605" sldId="276"/>
            <ac:spMk id="6" creationId="{F3836FDA-3054-18F9-7E51-A221642B5EDF}"/>
          </ac:spMkLst>
        </pc:spChg>
        <pc:picChg chg="add mod modCrop">
          <ac:chgData name="Khodabandeloo, Babak" userId="3242f5d0-fe95-4f88-8be2-dbc526982ce4" providerId="ADAL" clId="{33985D7C-CE40-416F-87AE-2A2A35139E6F}" dt="2025-11-02T09:04:32.982" v="4631" actId="1076"/>
          <ac:picMkLst>
            <pc:docMk/>
            <pc:sldMk cId="3863664605" sldId="276"/>
            <ac:picMk id="3" creationId="{6E9426D0-403F-4629-46D9-84C26B9B0B48}"/>
          </ac:picMkLst>
        </pc:picChg>
        <pc:picChg chg="add mod">
          <ac:chgData name="Khodabandeloo, Babak" userId="3242f5d0-fe95-4f88-8be2-dbc526982ce4" providerId="ADAL" clId="{33985D7C-CE40-416F-87AE-2A2A35139E6F}" dt="2025-11-03T08:39:30.383" v="6521" actId="1076"/>
          <ac:picMkLst>
            <pc:docMk/>
            <pc:sldMk cId="3863664605" sldId="276"/>
            <ac:picMk id="5" creationId="{F33F0023-71B8-ADB2-A4CB-843F9359CF83}"/>
          </ac:picMkLst>
        </pc:picChg>
        <pc:picChg chg="add mod">
          <ac:chgData name="Khodabandeloo, Babak" userId="3242f5d0-fe95-4f88-8be2-dbc526982ce4" providerId="ADAL" clId="{33985D7C-CE40-416F-87AE-2A2A35139E6F}" dt="2025-11-02T09:04:21.942" v="4626" actId="1076"/>
          <ac:picMkLst>
            <pc:docMk/>
            <pc:sldMk cId="3863664605" sldId="276"/>
            <ac:picMk id="7" creationId="{F7B45D0F-C82B-57C8-9E85-000F565C0300}"/>
          </ac:picMkLst>
        </pc:picChg>
        <pc:picChg chg="add mod">
          <ac:chgData name="Khodabandeloo, Babak" userId="3242f5d0-fe95-4f88-8be2-dbc526982ce4" providerId="ADAL" clId="{33985D7C-CE40-416F-87AE-2A2A35139E6F}" dt="2025-11-02T09:04:23.988" v="4627" actId="1076"/>
          <ac:picMkLst>
            <pc:docMk/>
            <pc:sldMk cId="3863664605" sldId="276"/>
            <ac:picMk id="9" creationId="{D363F3BB-6D60-6979-FEBB-85EDF5309C1F}"/>
          </ac:picMkLst>
        </pc:picChg>
      </pc:sldChg>
      <pc:sldChg chg="addSp delSp modSp new mod ord">
        <pc:chgData name="Khodabandeloo, Babak" userId="3242f5d0-fe95-4f88-8be2-dbc526982ce4" providerId="ADAL" clId="{33985D7C-CE40-416F-87AE-2A2A35139E6F}" dt="2025-11-01T13:56:42.484" v="2488"/>
        <pc:sldMkLst>
          <pc:docMk/>
          <pc:sldMk cId="1016044206" sldId="277"/>
        </pc:sldMkLst>
        <pc:spChg chg="add mod">
          <ac:chgData name="Khodabandeloo, Babak" userId="3242f5d0-fe95-4f88-8be2-dbc526982ce4" providerId="ADAL" clId="{33985D7C-CE40-416F-87AE-2A2A35139E6F}" dt="2025-10-30T14:20:35.048" v="1932" actId="1076"/>
          <ac:spMkLst>
            <pc:docMk/>
            <pc:sldMk cId="1016044206" sldId="277"/>
            <ac:spMk id="15" creationId="{8FD4A2D2-C232-C690-392D-2A9F56224EE1}"/>
          </ac:spMkLst>
        </pc:spChg>
        <pc:spChg chg="mod">
          <ac:chgData name="Khodabandeloo, Babak" userId="3242f5d0-fe95-4f88-8be2-dbc526982ce4" providerId="ADAL" clId="{33985D7C-CE40-416F-87AE-2A2A35139E6F}" dt="2025-10-30T09:22:53.317" v="1473"/>
          <ac:spMkLst>
            <pc:docMk/>
            <pc:sldMk cId="1016044206" sldId="277"/>
            <ac:spMk id="19" creationId="{E64177DF-E83C-EE4F-03B3-B5B22D50DA7B}"/>
          </ac:spMkLst>
        </pc:spChg>
        <pc:spChg chg="mod">
          <ac:chgData name="Khodabandeloo, Babak" userId="3242f5d0-fe95-4f88-8be2-dbc526982ce4" providerId="ADAL" clId="{33985D7C-CE40-416F-87AE-2A2A35139E6F}" dt="2025-10-30T09:23:07.294" v="1477" actId="14100"/>
          <ac:spMkLst>
            <pc:docMk/>
            <pc:sldMk cId="1016044206" sldId="277"/>
            <ac:spMk id="21" creationId="{29E7C321-A7E9-8D3E-07E7-88482C07F120}"/>
          </ac:spMkLst>
        </pc:spChg>
        <pc:spChg chg="add mod">
          <ac:chgData name="Khodabandeloo, Babak" userId="3242f5d0-fe95-4f88-8be2-dbc526982ce4" providerId="ADAL" clId="{33985D7C-CE40-416F-87AE-2A2A35139E6F}" dt="2025-10-30T09:25:56.121" v="1521" actId="164"/>
          <ac:spMkLst>
            <pc:docMk/>
            <pc:sldMk cId="1016044206" sldId="277"/>
            <ac:spMk id="33" creationId="{BA7B72F8-CDAC-69DF-D8C7-C320EB3183BA}"/>
          </ac:spMkLst>
        </pc:spChg>
        <pc:spChg chg="add mod">
          <ac:chgData name="Khodabandeloo, Babak" userId="3242f5d0-fe95-4f88-8be2-dbc526982ce4" providerId="ADAL" clId="{33985D7C-CE40-416F-87AE-2A2A35139E6F}" dt="2025-10-30T09:25:56.121" v="1521" actId="164"/>
          <ac:spMkLst>
            <pc:docMk/>
            <pc:sldMk cId="1016044206" sldId="277"/>
            <ac:spMk id="39" creationId="{65954754-2ED8-B3C0-E288-6E4B2B676D3E}"/>
          </ac:spMkLst>
        </pc:spChg>
        <pc:spChg chg="add mod">
          <ac:chgData name="Khodabandeloo, Babak" userId="3242f5d0-fe95-4f88-8be2-dbc526982ce4" providerId="ADAL" clId="{33985D7C-CE40-416F-87AE-2A2A35139E6F}" dt="2025-10-30T14:20:36.724" v="1933" actId="1076"/>
          <ac:spMkLst>
            <pc:docMk/>
            <pc:sldMk cId="1016044206" sldId="277"/>
            <ac:spMk id="43" creationId="{B2617757-3026-931C-0C2A-5DF90CDA6F95}"/>
          </ac:spMkLst>
        </pc:spChg>
        <pc:spChg chg="add mod">
          <ac:chgData name="Khodabandeloo, Babak" userId="3242f5d0-fe95-4f88-8be2-dbc526982ce4" providerId="ADAL" clId="{33985D7C-CE40-416F-87AE-2A2A35139E6F}" dt="2025-10-30T14:21:16.029" v="2005" actId="1076"/>
          <ac:spMkLst>
            <pc:docMk/>
            <pc:sldMk cId="1016044206" sldId="277"/>
            <ac:spMk id="45" creationId="{7A7040B4-E5DD-205E-0295-4872469D8CED}"/>
          </ac:spMkLst>
        </pc:spChg>
        <pc:spChg chg="mod">
          <ac:chgData name="Khodabandeloo, Babak" userId="3242f5d0-fe95-4f88-8be2-dbc526982ce4" providerId="ADAL" clId="{33985D7C-CE40-416F-87AE-2A2A35139E6F}" dt="2025-10-30T13:04:41.675" v="1815" actId="207"/>
          <ac:spMkLst>
            <pc:docMk/>
            <pc:sldMk cId="1016044206" sldId="277"/>
            <ac:spMk id="64" creationId="{4AA26C42-2D20-A95E-A777-E01C24BCA065}"/>
          </ac:spMkLst>
        </pc:spChg>
        <pc:spChg chg="add mod">
          <ac:chgData name="Khodabandeloo, Babak" userId="3242f5d0-fe95-4f88-8be2-dbc526982ce4" providerId="ADAL" clId="{33985D7C-CE40-416F-87AE-2A2A35139E6F}" dt="2025-10-30T14:21:16.029" v="2005" actId="1076"/>
          <ac:spMkLst>
            <pc:docMk/>
            <pc:sldMk cId="1016044206" sldId="277"/>
            <ac:spMk id="71" creationId="{1E6328DC-E681-387D-7CD6-482C7AF594C9}"/>
          </ac:spMkLst>
        </pc:spChg>
        <pc:spChg chg="add mod">
          <ac:chgData name="Khodabandeloo, Babak" userId="3242f5d0-fe95-4f88-8be2-dbc526982ce4" providerId="ADAL" clId="{33985D7C-CE40-416F-87AE-2A2A35139E6F}" dt="2025-10-30T14:21:16.029" v="2005" actId="1076"/>
          <ac:spMkLst>
            <pc:docMk/>
            <pc:sldMk cId="1016044206" sldId="277"/>
            <ac:spMk id="72" creationId="{0F7DB312-D737-ED8D-4B6F-CBE629C6D4A1}"/>
          </ac:spMkLst>
        </pc:spChg>
        <pc:spChg chg="add mod">
          <ac:chgData name="Khodabandeloo, Babak" userId="3242f5d0-fe95-4f88-8be2-dbc526982ce4" providerId="ADAL" clId="{33985D7C-CE40-416F-87AE-2A2A35139E6F}" dt="2025-10-30T14:21:27.074" v="2009" actId="1076"/>
          <ac:spMkLst>
            <pc:docMk/>
            <pc:sldMk cId="1016044206" sldId="277"/>
            <ac:spMk id="73" creationId="{A7C19F03-FD74-BE37-34A3-8FD30316FEBC}"/>
          </ac:spMkLst>
        </pc:spChg>
        <pc:spChg chg="add mod">
          <ac:chgData name="Khodabandeloo, Babak" userId="3242f5d0-fe95-4f88-8be2-dbc526982ce4" providerId="ADAL" clId="{33985D7C-CE40-416F-87AE-2A2A35139E6F}" dt="2025-11-01T13:45:46.804" v="2293" actId="14100"/>
          <ac:spMkLst>
            <pc:docMk/>
            <pc:sldMk cId="1016044206" sldId="277"/>
            <ac:spMk id="74" creationId="{4969A44E-7E69-4FEF-E3D6-8AAE953F96F7}"/>
          </ac:spMkLst>
        </pc:spChg>
        <pc:grpChg chg="mod topLvl">
          <ac:chgData name="Khodabandeloo, Babak" userId="3242f5d0-fe95-4f88-8be2-dbc526982ce4" providerId="ADAL" clId="{33985D7C-CE40-416F-87AE-2A2A35139E6F}" dt="2025-10-30T09:25:56.121" v="1521" actId="164"/>
          <ac:grpSpMkLst>
            <pc:docMk/>
            <pc:sldMk cId="1016044206" sldId="277"/>
            <ac:grpSpMk id="17" creationId="{68AE19CE-E0E1-D1CF-4F2D-1DD93EE5EC52}"/>
          </ac:grpSpMkLst>
        </pc:grpChg>
        <pc:grpChg chg="add mod">
          <ac:chgData name="Khodabandeloo, Babak" userId="3242f5d0-fe95-4f88-8be2-dbc526982ce4" providerId="ADAL" clId="{33985D7C-CE40-416F-87AE-2A2A35139E6F}" dt="2025-10-30T09:25:58.121" v="1522" actId="1076"/>
          <ac:grpSpMkLst>
            <pc:docMk/>
            <pc:sldMk cId="1016044206" sldId="277"/>
            <ac:grpSpMk id="42" creationId="{BD62C6C7-3419-A4EA-7AE7-8D6E0F4BBCDE}"/>
          </ac:grpSpMkLst>
        </pc:grpChg>
        <pc:grpChg chg="add mod">
          <ac:chgData name="Khodabandeloo, Babak" userId="3242f5d0-fe95-4f88-8be2-dbc526982ce4" providerId="ADAL" clId="{33985D7C-CE40-416F-87AE-2A2A35139E6F}" dt="2025-10-30T14:21:16.029" v="2005" actId="1076"/>
          <ac:grpSpMkLst>
            <pc:docMk/>
            <pc:sldMk cId="1016044206" sldId="277"/>
            <ac:grpSpMk id="63" creationId="{C9D032C7-6C3F-DEE0-BC95-A45F714FF993}"/>
          </ac:grpSpMkLst>
        </pc:grpChg>
        <pc:picChg chg="add mod">
          <ac:chgData name="Khodabandeloo, Babak" userId="3242f5d0-fe95-4f88-8be2-dbc526982ce4" providerId="ADAL" clId="{33985D7C-CE40-416F-87AE-2A2A35139E6F}" dt="2025-10-30T14:20:49.847" v="1937" actId="1076"/>
          <ac:picMkLst>
            <pc:docMk/>
            <pc:sldMk cId="1016044206" sldId="277"/>
            <ac:picMk id="11" creationId="{177CFE64-7D6F-6E97-8F9C-1691A6E40A06}"/>
          </ac:picMkLst>
        </pc:picChg>
        <pc:picChg chg="add mod">
          <ac:chgData name="Khodabandeloo, Babak" userId="3242f5d0-fe95-4f88-8be2-dbc526982ce4" providerId="ADAL" clId="{33985D7C-CE40-416F-87AE-2A2A35139E6F}" dt="2025-10-30T14:20:50.838" v="1938" actId="1076"/>
          <ac:picMkLst>
            <pc:docMk/>
            <pc:sldMk cId="1016044206" sldId="277"/>
            <ac:picMk id="13" creationId="{044E8658-2DB4-CF31-06B4-896AFF844FD1}"/>
          </ac:picMkLst>
        </pc:picChg>
        <pc:picChg chg="add mod">
          <ac:chgData name="Khodabandeloo, Babak" userId="3242f5d0-fe95-4f88-8be2-dbc526982ce4" providerId="ADAL" clId="{33985D7C-CE40-416F-87AE-2A2A35139E6F}" dt="2025-10-30T14:20:06.512" v="1915" actId="1076"/>
          <ac:picMkLst>
            <pc:docMk/>
            <pc:sldMk cId="1016044206" sldId="277"/>
            <ac:picMk id="44" creationId="{8357BF48-FF0C-DEF3-D2C5-589043C0B23A}"/>
          </ac:picMkLst>
        </pc:picChg>
        <pc:cxnChg chg="mod">
          <ac:chgData name="Khodabandeloo, Babak" userId="3242f5d0-fe95-4f88-8be2-dbc526982ce4" providerId="ADAL" clId="{33985D7C-CE40-416F-87AE-2A2A35139E6F}" dt="2025-10-30T09:22:53.317" v="1473"/>
          <ac:cxnSpMkLst>
            <pc:docMk/>
            <pc:sldMk cId="1016044206" sldId="277"/>
            <ac:cxnSpMk id="20" creationId="{989C0D74-E22C-9584-03AF-0D5064BF883D}"/>
          </ac:cxnSpMkLst>
        </pc:cxnChg>
        <pc:cxnChg chg="add mod">
          <ac:chgData name="Khodabandeloo, Babak" userId="3242f5d0-fe95-4f88-8be2-dbc526982ce4" providerId="ADAL" clId="{33985D7C-CE40-416F-87AE-2A2A35139E6F}" dt="2025-10-30T09:25:56.121" v="1521" actId="164"/>
          <ac:cxnSpMkLst>
            <pc:docMk/>
            <pc:sldMk cId="1016044206" sldId="277"/>
            <ac:cxnSpMk id="23" creationId="{EA0E884F-FE4B-DB1F-3788-58E0BA137CFB}"/>
          </ac:cxnSpMkLst>
        </pc:cxnChg>
        <pc:cxnChg chg="add mod">
          <ac:chgData name="Khodabandeloo, Babak" userId="3242f5d0-fe95-4f88-8be2-dbc526982ce4" providerId="ADAL" clId="{33985D7C-CE40-416F-87AE-2A2A35139E6F}" dt="2025-10-30T09:25:56.121" v="1521" actId="164"/>
          <ac:cxnSpMkLst>
            <pc:docMk/>
            <pc:sldMk cId="1016044206" sldId="277"/>
            <ac:cxnSpMk id="27" creationId="{CF24553A-06EC-0807-39DA-606D147859E5}"/>
          </ac:cxnSpMkLst>
        </pc:cxnChg>
        <pc:cxnChg chg="add mod">
          <ac:chgData name="Khodabandeloo, Babak" userId="3242f5d0-fe95-4f88-8be2-dbc526982ce4" providerId="ADAL" clId="{33985D7C-CE40-416F-87AE-2A2A35139E6F}" dt="2025-10-30T09:25:56.121" v="1521" actId="164"/>
          <ac:cxnSpMkLst>
            <pc:docMk/>
            <pc:sldMk cId="1016044206" sldId="277"/>
            <ac:cxnSpMk id="31" creationId="{8A365001-B22C-309D-7677-EEC558226ECF}"/>
          </ac:cxnSpMkLst>
        </pc:cxnChg>
        <pc:cxnChg chg="add mod">
          <ac:chgData name="Khodabandeloo, Babak" userId="3242f5d0-fe95-4f88-8be2-dbc526982ce4" providerId="ADAL" clId="{33985D7C-CE40-416F-87AE-2A2A35139E6F}" dt="2025-10-30T09:25:56.121" v="1521" actId="164"/>
          <ac:cxnSpMkLst>
            <pc:docMk/>
            <pc:sldMk cId="1016044206" sldId="277"/>
            <ac:cxnSpMk id="35" creationId="{304C9EF1-A3A4-C6D0-56EC-425CDDD09171}"/>
          </ac:cxnSpMkLst>
        </pc:cxnChg>
        <pc:cxnChg chg="mod">
          <ac:chgData name="Khodabandeloo, Babak" userId="3242f5d0-fe95-4f88-8be2-dbc526982ce4" providerId="ADAL" clId="{33985D7C-CE40-416F-87AE-2A2A35139E6F}" dt="2025-10-30T13:04:35.784" v="1813"/>
          <ac:cxnSpMkLst>
            <pc:docMk/>
            <pc:sldMk cId="1016044206" sldId="277"/>
            <ac:cxnSpMk id="65" creationId="{E9E3A9E6-9679-D4B9-D47B-B0E7096FD6A8}"/>
          </ac:cxnSpMkLst>
        </pc:cxnChg>
        <pc:cxnChg chg="add mod">
          <ac:chgData name="Khodabandeloo, Babak" userId="3242f5d0-fe95-4f88-8be2-dbc526982ce4" providerId="ADAL" clId="{33985D7C-CE40-416F-87AE-2A2A35139E6F}" dt="2025-10-30T14:21:16.029" v="2005" actId="1076"/>
          <ac:cxnSpMkLst>
            <pc:docMk/>
            <pc:sldMk cId="1016044206" sldId="277"/>
            <ac:cxnSpMk id="66" creationId="{88AE2FD8-0BC8-180F-FF29-F92DE404726A}"/>
          </ac:cxnSpMkLst>
        </pc:cxnChg>
        <pc:cxnChg chg="add mod">
          <ac:chgData name="Khodabandeloo, Babak" userId="3242f5d0-fe95-4f88-8be2-dbc526982ce4" providerId="ADAL" clId="{33985D7C-CE40-416F-87AE-2A2A35139E6F}" dt="2025-10-30T14:21:16.029" v="2005" actId="1076"/>
          <ac:cxnSpMkLst>
            <pc:docMk/>
            <pc:sldMk cId="1016044206" sldId="277"/>
            <ac:cxnSpMk id="67" creationId="{31FA1475-4C48-5404-C470-B3F9047CA206}"/>
          </ac:cxnSpMkLst>
        </pc:cxnChg>
        <pc:cxnChg chg="add mod">
          <ac:chgData name="Khodabandeloo, Babak" userId="3242f5d0-fe95-4f88-8be2-dbc526982ce4" providerId="ADAL" clId="{33985D7C-CE40-416F-87AE-2A2A35139E6F}" dt="2025-10-30T14:21:16.029" v="2005" actId="1076"/>
          <ac:cxnSpMkLst>
            <pc:docMk/>
            <pc:sldMk cId="1016044206" sldId="277"/>
            <ac:cxnSpMk id="68" creationId="{89A10FEA-7FA9-F262-99D8-77D013892B98}"/>
          </ac:cxnSpMkLst>
        </pc:cxnChg>
        <pc:cxnChg chg="add mod">
          <ac:chgData name="Khodabandeloo, Babak" userId="3242f5d0-fe95-4f88-8be2-dbc526982ce4" providerId="ADAL" clId="{33985D7C-CE40-416F-87AE-2A2A35139E6F}" dt="2025-10-30T14:21:16.029" v="2005" actId="1076"/>
          <ac:cxnSpMkLst>
            <pc:docMk/>
            <pc:sldMk cId="1016044206" sldId="277"/>
            <ac:cxnSpMk id="69" creationId="{A81BF67A-9B76-EF81-0688-0F20F3DF987B}"/>
          </ac:cxnSpMkLst>
        </pc:cxnChg>
        <pc:cxnChg chg="mod">
          <ac:chgData name="Khodabandeloo, Babak" userId="3242f5d0-fe95-4f88-8be2-dbc526982ce4" providerId="ADAL" clId="{33985D7C-CE40-416F-87AE-2A2A35139E6F}" dt="2025-10-30T14:21:16.029" v="2005" actId="1076"/>
          <ac:cxnSpMkLst>
            <pc:docMk/>
            <pc:sldMk cId="1016044206" sldId="277"/>
            <ac:cxnSpMk id="70" creationId="{CB97E023-E3DD-FBAB-8F55-F87373C0F27D}"/>
          </ac:cxnSpMkLst>
        </pc:cxnChg>
      </pc:sldChg>
      <pc:sldChg chg="addSp delSp modSp new mod">
        <pc:chgData name="Khodabandeloo, Babak" userId="3242f5d0-fe95-4f88-8be2-dbc526982ce4" providerId="ADAL" clId="{33985D7C-CE40-416F-87AE-2A2A35139E6F}" dt="2025-11-03T08:46:09.295" v="6866" actId="1076"/>
        <pc:sldMkLst>
          <pc:docMk/>
          <pc:sldMk cId="2355355734" sldId="278"/>
        </pc:sldMkLst>
        <pc:spChg chg="add mod">
          <ac:chgData name="Khodabandeloo, Babak" userId="3242f5d0-fe95-4f88-8be2-dbc526982ce4" providerId="ADAL" clId="{33985D7C-CE40-416F-87AE-2A2A35139E6F}" dt="2025-11-03T08:37:37.402" v="6520" actId="1076"/>
          <ac:spMkLst>
            <pc:docMk/>
            <pc:sldMk cId="2355355734" sldId="278"/>
            <ac:spMk id="3" creationId="{76E99090-6CA0-1A2B-FE4E-B1209EB4740C}"/>
          </ac:spMkLst>
        </pc:spChg>
        <pc:spChg chg="mod">
          <ac:chgData name="Khodabandeloo, Babak" userId="3242f5d0-fe95-4f88-8be2-dbc526982ce4" providerId="ADAL" clId="{33985D7C-CE40-416F-87AE-2A2A35139E6F}" dt="2025-11-01T13:44:25.375" v="2275"/>
          <ac:spMkLst>
            <pc:docMk/>
            <pc:sldMk cId="2355355734" sldId="278"/>
            <ac:spMk id="6" creationId="{DAF61316-5D6A-1172-5B82-41635E97C52B}"/>
          </ac:spMkLst>
        </pc:spChg>
        <pc:spChg chg="mod">
          <ac:chgData name="Khodabandeloo, Babak" userId="3242f5d0-fe95-4f88-8be2-dbc526982ce4" providerId="ADAL" clId="{33985D7C-CE40-416F-87AE-2A2A35139E6F}" dt="2025-11-01T13:44:25.375" v="2275"/>
          <ac:spMkLst>
            <pc:docMk/>
            <pc:sldMk cId="2355355734" sldId="278"/>
            <ac:spMk id="10" creationId="{4F4B9958-8B15-32CF-525E-5D24E95C7FFA}"/>
          </ac:spMkLst>
        </pc:spChg>
        <pc:spChg chg="mod">
          <ac:chgData name="Khodabandeloo, Babak" userId="3242f5d0-fe95-4f88-8be2-dbc526982ce4" providerId="ADAL" clId="{33985D7C-CE40-416F-87AE-2A2A35139E6F}" dt="2025-10-30T14:23:14.149" v="2044"/>
          <ac:spMkLst>
            <pc:docMk/>
            <pc:sldMk cId="2355355734" sldId="278"/>
            <ac:spMk id="15" creationId="{56705A80-7BDB-D7E1-4E29-66AE69D77446}"/>
          </ac:spMkLst>
        </pc:spChg>
        <pc:spChg chg="add mod">
          <ac:chgData name="Khodabandeloo, Babak" userId="3242f5d0-fe95-4f88-8be2-dbc526982ce4" providerId="ADAL" clId="{33985D7C-CE40-416F-87AE-2A2A35139E6F}" dt="2025-11-02T16:32:07.970" v="6116" actId="1076"/>
          <ac:spMkLst>
            <pc:docMk/>
            <pc:sldMk cId="2355355734" sldId="278"/>
            <ac:spMk id="22" creationId="{D5B8B353-DE03-889F-8D57-BB326E07279A}"/>
          </ac:spMkLst>
        </pc:spChg>
        <pc:spChg chg="add mod">
          <ac:chgData name="Khodabandeloo, Babak" userId="3242f5d0-fe95-4f88-8be2-dbc526982ce4" providerId="ADAL" clId="{33985D7C-CE40-416F-87AE-2A2A35139E6F}" dt="2025-10-30T14:29:45.882" v="2103" actId="164"/>
          <ac:spMkLst>
            <pc:docMk/>
            <pc:sldMk cId="2355355734" sldId="278"/>
            <ac:spMk id="23" creationId="{2BFA19FD-1461-ED6E-D040-664D5CECA5EF}"/>
          </ac:spMkLst>
        </pc:spChg>
        <pc:spChg chg="add mod">
          <ac:chgData name="Khodabandeloo, Babak" userId="3242f5d0-fe95-4f88-8be2-dbc526982ce4" providerId="ADAL" clId="{33985D7C-CE40-416F-87AE-2A2A35139E6F}" dt="2025-11-02T16:15:01.931" v="5904" actId="404"/>
          <ac:spMkLst>
            <pc:docMk/>
            <pc:sldMk cId="2355355734" sldId="278"/>
            <ac:spMk id="24" creationId="{1CB9276A-28E2-AB79-FC98-50557E27506E}"/>
          </ac:spMkLst>
        </pc:spChg>
        <pc:spChg chg="mod">
          <ac:chgData name="Khodabandeloo, Babak" userId="3242f5d0-fe95-4f88-8be2-dbc526982ce4" providerId="ADAL" clId="{33985D7C-CE40-416F-87AE-2A2A35139E6F}" dt="2025-11-03T08:25:43.954" v="6432" actId="122"/>
          <ac:spMkLst>
            <pc:docMk/>
            <pc:sldMk cId="2355355734" sldId="278"/>
            <ac:spMk id="27" creationId="{DC988827-1819-6A05-2AB0-5A2CF9BEB413}"/>
          </ac:spMkLst>
        </pc:spChg>
        <pc:spChg chg="mod">
          <ac:chgData name="Khodabandeloo, Babak" userId="3242f5d0-fe95-4f88-8be2-dbc526982ce4" providerId="ADAL" clId="{33985D7C-CE40-416F-87AE-2A2A35139E6F}" dt="2025-11-01T13:44:25.375" v="2275"/>
          <ac:spMkLst>
            <pc:docMk/>
            <pc:sldMk cId="2355355734" sldId="278"/>
            <ac:spMk id="37" creationId="{98364102-A06E-0A5C-D2D2-FE78395489A8}"/>
          </ac:spMkLst>
        </pc:spChg>
        <pc:spChg chg="add mod">
          <ac:chgData name="Khodabandeloo, Babak" userId="3242f5d0-fe95-4f88-8be2-dbc526982ce4" providerId="ADAL" clId="{33985D7C-CE40-416F-87AE-2A2A35139E6F}" dt="2025-11-02T16:28:28.435" v="5922" actId="164"/>
          <ac:spMkLst>
            <pc:docMk/>
            <pc:sldMk cId="2355355734" sldId="278"/>
            <ac:spMk id="39" creationId="{2F0CE8AE-0571-D5C5-00F4-D39A7C8585A0}"/>
          </ac:spMkLst>
        </pc:spChg>
        <pc:spChg chg="add mod">
          <ac:chgData name="Khodabandeloo, Babak" userId="3242f5d0-fe95-4f88-8be2-dbc526982ce4" providerId="ADAL" clId="{33985D7C-CE40-416F-87AE-2A2A35139E6F}" dt="2025-11-03T08:36:57.553" v="6513" actId="1076"/>
          <ac:spMkLst>
            <pc:docMk/>
            <pc:sldMk cId="2355355734" sldId="278"/>
            <ac:spMk id="41" creationId="{25627974-98D4-7A4E-4BE3-3B5D521CC102}"/>
          </ac:spMkLst>
        </pc:spChg>
        <pc:spChg chg="add mod">
          <ac:chgData name="Khodabandeloo, Babak" userId="3242f5d0-fe95-4f88-8be2-dbc526982ce4" providerId="ADAL" clId="{33985D7C-CE40-416F-87AE-2A2A35139E6F}" dt="2025-11-02T16:14:52.591" v="5901" actId="164"/>
          <ac:spMkLst>
            <pc:docMk/>
            <pc:sldMk cId="2355355734" sldId="278"/>
            <ac:spMk id="42" creationId="{538B5377-C1F2-FB69-9C2A-B7FE2D55D731}"/>
          </ac:spMkLst>
        </pc:spChg>
        <pc:spChg chg="add mod">
          <ac:chgData name="Khodabandeloo, Babak" userId="3242f5d0-fe95-4f88-8be2-dbc526982ce4" providerId="ADAL" clId="{33985D7C-CE40-416F-87AE-2A2A35139E6F}" dt="2025-11-02T16:14:52.591" v="5901" actId="164"/>
          <ac:spMkLst>
            <pc:docMk/>
            <pc:sldMk cId="2355355734" sldId="278"/>
            <ac:spMk id="45" creationId="{5A633898-1FDE-B593-9766-646C51AB8D5C}"/>
          </ac:spMkLst>
        </pc:spChg>
        <pc:spChg chg="add mod">
          <ac:chgData name="Khodabandeloo, Babak" userId="3242f5d0-fe95-4f88-8be2-dbc526982ce4" providerId="ADAL" clId="{33985D7C-CE40-416F-87AE-2A2A35139E6F}" dt="2025-11-02T16:28:17.243" v="5919" actId="164"/>
          <ac:spMkLst>
            <pc:docMk/>
            <pc:sldMk cId="2355355734" sldId="278"/>
            <ac:spMk id="56" creationId="{E1E5B8E4-0E5A-EBE0-C806-7E4E1C12F921}"/>
          </ac:spMkLst>
        </pc:spChg>
        <pc:spChg chg="add mod">
          <ac:chgData name="Khodabandeloo, Babak" userId="3242f5d0-fe95-4f88-8be2-dbc526982ce4" providerId="ADAL" clId="{33985D7C-CE40-416F-87AE-2A2A35139E6F}" dt="2025-11-02T16:28:20.775" v="5920" actId="164"/>
          <ac:spMkLst>
            <pc:docMk/>
            <pc:sldMk cId="2355355734" sldId="278"/>
            <ac:spMk id="57" creationId="{50A25B0A-A1AA-0805-C194-F74334912892}"/>
          </ac:spMkLst>
        </pc:spChg>
        <pc:spChg chg="add mod">
          <ac:chgData name="Khodabandeloo, Babak" userId="3242f5d0-fe95-4f88-8be2-dbc526982ce4" providerId="ADAL" clId="{33985D7C-CE40-416F-87AE-2A2A35139E6F}" dt="2025-11-02T16:28:24.720" v="5921" actId="164"/>
          <ac:spMkLst>
            <pc:docMk/>
            <pc:sldMk cId="2355355734" sldId="278"/>
            <ac:spMk id="58" creationId="{E765B9F3-DC36-2151-8B1F-36C08E9F4DD6}"/>
          </ac:spMkLst>
        </pc:spChg>
        <pc:spChg chg="add mod">
          <ac:chgData name="Khodabandeloo, Babak" userId="3242f5d0-fe95-4f88-8be2-dbc526982ce4" providerId="ADAL" clId="{33985D7C-CE40-416F-87AE-2A2A35139E6F}" dt="2025-11-02T16:32:05.530" v="6115" actId="1076"/>
          <ac:spMkLst>
            <pc:docMk/>
            <pc:sldMk cId="2355355734" sldId="278"/>
            <ac:spMk id="59" creationId="{5EE58675-DD81-D542-4385-12213ABAB81D}"/>
          </ac:spMkLst>
        </pc:spChg>
        <pc:spChg chg="add mod">
          <ac:chgData name="Khodabandeloo, Babak" userId="3242f5d0-fe95-4f88-8be2-dbc526982ce4" providerId="ADAL" clId="{33985D7C-CE40-416F-87AE-2A2A35139E6F}" dt="2025-11-03T08:46:09.295" v="6866" actId="1076"/>
          <ac:spMkLst>
            <pc:docMk/>
            <pc:sldMk cId="2355355734" sldId="278"/>
            <ac:spMk id="68" creationId="{2C18A086-1813-3998-54ED-68FE3FAAEC15}"/>
          </ac:spMkLst>
        </pc:spChg>
        <pc:spChg chg="add mod">
          <ac:chgData name="Khodabandeloo, Babak" userId="3242f5d0-fe95-4f88-8be2-dbc526982ce4" providerId="ADAL" clId="{33985D7C-CE40-416F-87AE-2A2A35139E6F}" dt="2025-11-03T08:36:48.855" v="6511" actId="1076"/>
          <ac:spMkLst>
            <pc:docMk/>
            <pc:sldMk cId="2355355734" sldId="278"/>
            <ac:spMk id="84" creationId="{3289646C-10C9-62AB-5A4C-71793D65D505}"/>
          </ac:spMkLst>
        </pc:spChg>
        <pc:grpChg chg="add mod">
          <ac:chgData name="Khodabandeloo, Babak" userId="3242f5d0-fe95-4f88-8be2-dbc526982ce4" providerId="ADAL" clId="{33985D7C-CE40-416F-87AE-2A2A35139E6F}" dt="2025-11-03T08:37:30.813" v="6518" actId="1076"/>
          <ac:grpSpMkLst>
            <pc:docMk/>
            <pc:sldMk cId="2355355734" sldId="278"/>
            <ac:grpSpMk id="4" creationId="{498E7E17-63DE-6A80-294A-4ED9745BE70D}"/>
          </ac:grpSpMkLst>
        </pc:grpChg>
        <pc:grpChg chg="mod">
          <ac:chgData name="Khodabandeloo, Babak" userId="3242f5d0-fe95-4f88-8be2-dbc526982ce4" providerId="ADAL" clId="{33985D7C-CE40-416F-87AE-2A2A35139E6F}" dt="2025-11-01T13:44:25.375" v="2275"/>
          <ac:grpSpMkLst>
            <pc:docMk/>
            <pc:sldMk cId="2355355734" sldId="278"/>
            <ac:grpSpMk id="5" creationId="{36948FBD-C93E-6D0A-C579-532FE29C3FC4}"/>
          </ac:grpSpMkLst>
        </pc:grpChg>
        <pc:grpChg chg="add mod">
          <ac:chgData name="Khodabandeloo, Babak" userId="3242f5d0-fe95-4f88-8be2-dbc526982ce4" providerId="ADAL" clId="{33985D7C-CE40-416F-87AE-2A2A35139E6F}" dt="2025-10-30T14:29:45.882" v="2103" actId="164"/>
          <ac:grpSpMkLst>
            <pc:docMk/>
            <pc:sldMk cId="2355355734" sldId="278"/>
            <ac:grpSpMk id="14" creationId="{C9AC9E17-7637-4021-138E-41064568E003}"/>
          </ac:grpSpMkLst>
        </pc:grpChg>
        <pc:grpChg chg="add mod">
          <ac:chgData name="Khodabandeloo, Babak" userId="3242f5d0-fe95-4f88-8be2-dbc526982ce4" providerId="ADAL" clId="{33985D7C-CE40-416F-87AE-2A2A35139E6F}" dt="2025-11-02T16:14:52.591" v="5901" actId="164"/>
          <ac:grpSpMkLst>
            <pc:docMk/>
            <pc:sldMk cId="2355355734" sldId="278"/>
            <ac:grpSpMk id="53" creationId="{DD93C634-97FE-B973-036C-DDD9853562BD}"/>
          </ac:grpSpMkLst>
        </pc:grpChg>
        <pc:grpChg chg="add mod">
          <ac:chgData name="Khodabandeloo, Babak" userId="3242f5d0-fe95-4f88-8be2-dbc526982ce4" providerId="ADAL" clId="{33985D7C-CE40-416F-87AE-2A2A35139E6F}" dt="2025-11-03T08:36:53.034" v="6512" actId="1076"/>
          <ac:grpSpMkLst>
            <pc:docMk/>
            <pc:sldMk cId="2355355734" sldId="278"/>
            <ac:grpSpMk id="79" creationId="{1B90426D-994A-C336-BEEE-555982CAB8A2}"/>
          </ac:grpSpMkLst>
        </pc:grpChg>
        <pc:grpChg chg="add mod">
          <ac:chgData name="Khodabandeloo, Babak" userId="3242f5d0-fe95-4f88-8be2-dbc526982ce4" providerId="ADAL" clId="{33985D7C-CE40-416F-87AE-2A2A35139E6F}" dt="2025-11-03T08:36:42.765" v="6510" actId="1076"/>
          <ac:grpSpMkLst>
            <pc:docMk/>
            <pc:sldMk cId="2355355734" sldId="278"/>
            <ac:grpSpMk id="80" creationId="{4E79C972-ECB2-24FC-CF14-5AD75F6112CF}"/>
          </ac:grpSpMkLst>
        </pc:grpChg>
        <pc:grpChg chg="add mod">
          <ac:chgData name="Khodabandeloo, Babak" userId="3242f5d0-fe95-4f88-8be2-dbc526982ce4" providerId="ADAL" clId="{33985D7C-CE40-416F-87AE-2A2A35139E6F}" dt="2025-11-03T08:36:42.765" v="6510" actId="1076"/>
          <ac:grpSpMkLst>
            <pc:docMk/>
            <pc:sldMk cId="2355355734" sldId="278"/>
            <ac:grpSpMk id="81" creationId="{C07ADD76-7391-6400-CED8-50D7B6DCEB1A}"/>
          </ac:grpSpMkLst>
        </pc:grpChg>
        <pc:grpChg chg="add mod">
          <ac:chgData name="Khodabandeloo, Babak" userId="3242f5d0-fe95-4f88-8be2-dbc526982ce4" providerId="ADAL" clId="{33985D7C-CE40-416F-87AE-2A2A35139E6F}" dt="2025-11-03T08:36:42.765" v="6510" actId="1076"/>
          <ac:grpSpMkLst>
            <pc:docMk/>
            <pc:sldMk cId="2355355734" sldId="278"/>
            <ac:grpSpMk id="82" creationId="{0AC7E07B-0DA5-F526-5809-301826BE0814}"/>
          </ac:grpSpMkLst>
        </pc:grpChg>
        <pc:grpChg chg="add mod">
          <ac:chgData name="Khodabandeloo, Babak" userId="3242f5d0-fe95-4f88-8be2-dbc526982ce4" providerId="ADAL" clId="{33985D7C-CE40-416F-87AE-2A2A35139E6F}" dt="2025-11-03T08:36:42.765" v="6510" actId="1076"/>
          <ac:grpSpMkLst>
            <pc:docMk/>
            <pc:sldMk cId="2355355734" sldId="278"/>
            <ac:grpSpMk id="83" creationId="{751F254C-2C50-D1EA-F4F5-95800C0BFEB6}"/>
          </ac:grpSpMkLst>
        </pc:grpChg>
        <pc:picChg chg="mod">
          <ac:chgData name="Khodabandeloo, Babak" userId="3242f5d0-fe95-4f88-8be2-dbc526982ce4" providerId="ADAL" clId="{33985D7C-CE40-416F-87AE-2A2A35139E6F}" dt="2025-11-01T13:44:25.375" v="2275"/>
          <ac:picMkLst>
            <pc:docMk/>
            <pc:sldMk cId="2355355734" sldId="278"/>
            <ac:picMk id="8" creationId="{010D0445-1FEF-3C1F-A81E-3B812AAF74E2}"/>
          </ac:picMkLst>
        </pc:picChg>
        <pc:picChg chg="add mod ord">
          <ac:chgData name="Khodabandeloo, Babak" userId="3242f5d0-fe95-4f88-8be2-dbc526982ce4" providerId="ADAL" clId="{33985D7C-CE40-416F-87AE-2A2A35139E6F}" dt="2025-11-02T16:28:17.243" v="5919" actId="164"/>
          <ac:picMkLst>
            <pc:docMk/>
            <pc:sldMk cId="2355355734" sldId="278"/>
            <ac:picMk id="70" creationId="{F41A6DF8-B653-6812-DEA0-ABDD1196DA47}"/>
          </ac:picMkLst>
        </pc:picChg>
        <pc:picChg chg="add mod ord">
          <ac:chgData name="Khodabandeloo, Babak" userId="3242f5d0-fe95-4f88-8be2-dbc526982ce4" providerId="ADAL" clId="{33985D7C-CE40-416F-87AE-2A2A35139E6F}" dt="2025-11-02T16:28:24.720" v="5921" actId="164"/>
          <ac:picMkLst>
            <pc:docMk/>
            <pc:sldMk cId="2355355734" sldId="278"/>
            <ac:picMk id="72" creationId="{848F9334-62DA-5E80-E9CB-9E602AAFC3EB}"/>
          </ac:picMkLst>
        </pc:picChg>
        <pc:picChg chg="add mod ord">
          <ac:chgData name="Khodabandeloo, Babak" userId="3242f5d0-fe95-4f88-8be2-dbc526982ce4" providerId="ADAL" clId="{33985D7C-CE40-416F-87AE-2A2A35139E6F}" dt="2025-11-02T16:28:20.775" v="5920" actId="164"/>
          <ac:picMkLst>
            <pc:docMk/>
            <pc:sldMk cId="2355355734" sldId="278"/>
            <ac:picMk id="74" creationId="{54BAD892-6881-B0A6-FC4D-C7B90ABB9340}"/>
          </ac:picMkLst>
        </pc:picChg>
        <pc:picChg chg="add mod ord">
          <ac:chgData name="Khodabandeloo, Babak" userId="3242f5d0-fe95-4f88-8be2-dbc526982ce4" providerId="ADAL" clId="{33985D7C-CE40-416F-87AE-2A2A35139E6F}" dt="2025-11-02T16:28:28.435" v="5922" actId="164"/>
          <ac:picMkLst>
            <pc:docMk/>
            <pc:sldMk cId="2355355734" sldId="278"/>
            <ac:picMk id="76" creationId="{E61F99F3-0610-168F-E43A-92148961ECF3}"/>
          </ac:picMkLst>
        </pc:picChg>
        <pc:picChg chg="add mod ord">
          <ac:chgData name="Khodabandeloo, Babak" userId="3242f5d0-fe95-4f88-8be2-dbc526982ce4" providerId="ADAL" clId="{33985D7C-CE40-416F-87AE-2A2A35139E6F}" dt="2025-11-03T08:37:33.768" v="6519" actId="14100"/>
          <ac:picMkLst>
            <pc:docMk/>
            <pc:sldMk cId="2355355734" sldId="278"/>
            <ac:picMk id="78" creationId="{A0783358-3B0F-0CD9-6426-3DDB3969CE4C}"/>
          </ac:picMkLst>
        </pc:picChg>
        <pc:picChg chg="add del mod">
          <ac:chgData name="Khodabandeloo, Babak" userId="3242f5d0-fe95-4f88-8be2-dbc526982ce4" providerId="ADAL" clId="{33985D7C-CE40-416F-87AE-2A2A35139E6F}" dt="2025-11-02T16:14:03.986" v="5888" actId="478"/>
          <ac:picMkLst>
            <pc:docMk/>
            <pc:sldMk cId="2355355734" sldId="278"/>
            <ac:picMk id="2050" creationId="{6A0B0F2B-2A5D-6A39-4DE9-745CAD95CC43}"/>
          </ac:picMkLst>
        </pc:picChg>
        <pc:cxnChg chg="mod">
          <ac:chgData name="Khodabandeloo, Babak" userId="3242f5d0-fe95-4f88-8be2-dbc526982ce4" providerId="ADAL" clId="{33985D7C-CE40-416F-87AE-2A2A35139E6F}" dt="2025-10-30T14:23:14.149" v="2044"/>
          <ac:cxnSpMkLst>
            <pc:docMk/>
            <pc:sldMk cId="2355355734" sldId="278"/>
            <ac:cxnSpMk id="16" creationId="{0DFCA2D2-864E-C43B-741A-052AD7BE0FF9}"/>
          </ac:cxnSpMkLst>
        </pc:cxnChg>
        <pc:cxnChg chg="add mod">
          <ac:chgData name="Khodabandeloo, Babak" userId="3242f5d0-fe95-4f88-8be2-dbc526982ce4" providerId="ADAL" clId="{33985D7C-CE40-416F-87AE-2A2A35139E6F}" dt="2025-10-30T14:29:45.882" v="2103" actId="164"/>
          <ac:cxnSpMkLst>
            <pc:docMk/>
            <pc:sldMk cId="2355355734" sldId="278"/>
            <ac:cxnSpMk id="17" creationId="{AF992EDE-4E3E-3E86-7E0A-6ADEA2D3994C}"/>
          </ac:cxnSpMkLst>
        </pc:cxnChg>
        <pc:cxnChg chg="add mod">
          <ac:chgData name="Khodabandeloo, Babak" userId="3242f5d0-fe95-4f88-8be2-dbc526982ce4" providerId="ADAL" clId="{33985D7C-CE40-416F-87AE-2A2A35139E6F}" dt="2025-10-30T14:29:45.882" v="2103" actId="164"/>
          <ac:cxnSpMkLst>
            <pc:docMk/>
            <pc:sldMk cId="2355355734" sldId="278"/>
            <ac:cxnSpMk id="18" creationId="{DCD9B2A0-5018-A46A-554F-F11E8D6C2EEC}"/>
          </ac:cxnSpMkLst>
        </pc:cxnChg>
        <pc:cxnChg chg="add mod">
          <ac:chgData name="Khodabandeloo, Babak" userId="3242f5d0-fe95-4f88-8be2-dbc526982ce4" providerId="ADAL" clId="{33985D7C-CE40-416F-87AE-2A2A35139E6F}" dt="2025-10-30T14:29:45.882" v="2103" actId="164"/>
          <ac:cxnSpMkLst>
            <pc:docMk/>
            <pc:sldMk cId="2355355734" sldId="278"/>
            <ac:cxnSpMk id="19" creationId="{954AF75D-0523-7D2D-E80E-F532E98CD76C}"/>
          </ac:cxnSpMkLst>
        </pc:cxnChg>
        <pc:cxnChg chg="add mod">
          <ac:chgData name="Khodabandeloo, Babak" userId="3242f5d0-fe95-4f88-8be2-dbc526982ce4" providerId="ADAL" clId="{33985D7C-CE40-416F-87AE-2A2A35139E6F}" dt="2025-10-30T14:29:45.882" v="2103" actId="164"/>
          <ac:cxnSpMkLst>
            <pc:docMk/>
            <pc:sldMk cId="2355355734" sldId="278"/>
            <ac:cxnSpMk id="20" creationId="{FA7AD5AC-6545-4EC5-69A6-41522032DE66}"/>
          </ac:cxnSpMkLst>
        </pc:cxnChg>
        <pc:cxnChg chg="mod">
          <ac:chgData name="Khodabandeloo, Babak" userId="3242f5d0-fe95-4f88-8be2-dbc526982ce4" providerId="ADAL" clId="{33985D7C-CE40-416F-87AE-2A2A35139E6F}" dt="2025-10-30T14:29:45.882" v="2103" actId="164"/>
          <ac:cxnSpMkLst>
            <pc:docMk/>
            <pc:sldMk cId="2355355734" sldId="278"/>
            <ac:cxnSpMk id="21" creationId="{4EF2DBAC-9F68-7943-1EE4-FD8F8959399C}"/>
          </ac:cxnSpMkLst>
        </pc:cxnChg>
        <pc:cxnChg chg="mod">
          <ac:chgData name="Khodabandeloo, Babak" userId="3242f5d0-fe95-4f88-8be2-dbc526982ce4" providerId="ADAL" clId="{33985D7C-CE40-416F-87AE-2A2A35139E6F}" dt="2025-11-01T13:44:25.375" v="2275"/>
          <ac:cxnSpMkLst>
            <pc:docMk/>
            <pc:sldMk cId="2355355734" sldId="278"/>
            <ac:cxnSpMk id="25" creationId="{BFD9ED31-F1C1-9A7E-E760-700C230AFDBD}"/>
          </ac:cxnSpMkLst>
        </pc:cxnChg>
        <pc:cxnChg chg="mod">
          <ac:chgData name="Khodabandeloo, Babak" userId="3242f5d0-fe95-4f88-8be2-dbc526982ce4" providerId="ADAL" clId="{33985D7C-CE40-416F-87AE-2A2A35139E6F}" dt="2025-11-01T13:44:25.375" v="2275"/>
          <ac:cxnSpMkLst>
            <pc:docMk/>
            <pc:sldMk cId="2355355734" sldId="278"/>
            <ac:cxnSpMk id="26" creationId="{A7BFEDB2-E506-77F0-D260-FE1F2160E582}"/>
          </ac:cxnSpMkLst>
        </pc:cxnChg>
        <pc:cxnChg chg="mod">
          <ac:chgData name="Khodabandeloo, Babak" userId="3242f5d0-fe95-4f88-8be2-dbc526982ce4" providerId="ADAL" clId="{33985D7C-CE40-416F-87AE-2A2A35139E6F}" dt="2025-11-01T13:44:25.375" v="2275"/>
          <ac:cxnSpMkLst>
            <pc:docMk/>
            <pc:sldMk cId="2355355734" sldId="278"/>
            <ac:cxnSpMk id="34" creationId="{482EAA01-E3F0-0FB2-A073-D51B953BC26C}"/>
          </ac:cxnSpMkLst>
        </pc:cxnChg>
        <pc:cxnChg chg="add mod">
          <ac:chgData name="Khodabandeloo, Babak" userId="3242f5d0-fe95-4f88-8be2-dbc526982ce4" providerId="ADAL" clId="{33985D7C-CE40-416F-87AE-2A2A35139E6F}" dt="2025-11-02T16:14:52.591" v="5901" actId="164"/>
          <ac:cxnSpMkLst>
            <pc:docMk/>
            <pc:sldMk cId="2355355734" sldId="278"/>
            <ac:cxnSpMk id="43" creationId="{E0EE8439-8B92-3903-069C-0452B2046F3A}"/>
          </ac:cxnSpMkLst>
        </pc:cxnChg>
        <pc:cxnChg chg="add mod">
          <ac:chgData name="Khodabandeloo, Babak" userId="3242f5d0-fe95-4f88-8be2-dbc526982ce4" providerId="ADAL" clId="{33985D7C-CE40-416F-87AE-2A2A35139E6F}" dt="2025-11-02T16:14:52.591" v="5901" actId="164"/>
          <ac:cxnSpMkLst>
            <pc:docMk/>
            <pc:sldMk cId="2355355734" sldId="278"/>
            <ac:cxnSpMk id="60" creationId="{643F832C-BDD6-0B84-C32D-6E5FB75EAA77}"/>
          </ac:cxnSpMkLst>
        </pc:cxnChg>
      </pc:sldChg>
      <pc:sldChg chg="addSp delSp modSp add mod ord">
        <pc:chgData name="Khodabandeloo, Babak" userId="3242f5d0-fe95-4f88-8be2-dbc526982ce4" providerId="ADAL" clId="{33985D7C-CE40-416F-87AE-2A2A35139E6F}" dt="2025-11-02T15:27:33.137" v="5074" actId="1076"/>
        <pc:sldMkLst>
          <pc:docMk/>
          <pc:sldMk cId="4032703946" sldId="281"/>
        </pc:sldMkLst>
        <pc:spChg chg="mod">
          <ac:chgData name="Khodabandeloo, Babak" userId="3242f5d0-fe95-4f88-8be2-dbc526982ce4" providerId="ADAL" clId="{33985D7C-CE40-416F-87AE-2A2A35139E6F}" dt="2025-11-02T15:27:33.137" v="5074" actId="1076"/>
          <ac:spMkLst>
            <pc:docMk/>
            <pc:sldMk cId="4032703946" sldId="281"/>
            <ac:spMk id="15" creationId="{D42442E6-DCFB-3EB3-477F-8208BFE23C38}"/>
          </ac:spMkLst>
        </pc:spChg>
        <pc:spChg chg="mod">
          <ac:chgData name="Khodabandeloo, Babak" userId="3242f5d0-fe95-4f88-8be2-dbc526982ce4" providerId="ADAL" clId="{33985D7C-CE40-416F-87AE-2A2A35139E6F}" dt="2025-11-01T13:42:51.851" v="2256"/>
          <ac:spMkLst>
            <pc:docMk/>
            <pc:sldMk cId="4032703946" sldId="281"/>
            <ac:spMk id="18" creationId="{4AF05496-0730-89AC-0383-08AD8799D185}"/>
          </ac:spMkLst>
        </pc:spChg>
        <pc:spChg chg="mod">
          <ac:chgData name="Khodabandeloo, Babak" userId="3242f5d0-fe95-4f88-8be2-dbc526982ce4" providerId="ADAL" clId="{33985D7C-CE40-416F-87AE-2A2A35139E6F}" dt="2025-11-01T13:42:51.851" v="2256"/>
          <ac:spMkLst>
            <pc:docMk/>
            <pc:sldMk cId="4032703946" sldId="281"/>
            <ac:spMk id="24" creationId="{596A574E-2621-501A-4013-70E5C22C0B85}"/>
          </ac:spMkLst>
        </pc:spChg>
        <pc:spChg chg="mod">
          <ac:chgData name="Khodabandeloo, Babak" userId="3242f5d0-fe95-4f88-8be2-dbc526982ce4" providerId="ADAL" clId="{33985D7C-CE40-416F-87AE-2A2A35139E6F}" dt="2025-11-01T13:43:17.452" v="2261" actId="14100"/>
          <ac:spMkLst>
            <pc:docMk/>
            <pc:sldMk cId="4032703946" sldId="281"/>
            <ac:spMk id="30" creationId="{C0357EB3-3424-7EFA-B279-DD6E58443FFE}"/>
          </ac:spMkLst>
        </pc:spChg>
        <pc:spChg chg="mod">
          <ac:chgData name="Khodabandeloo, Babak" userId="3242f5d0-fe95-4f88-8be2-dbc526982ce4" providerId="ADAL" clId="{33985D7C-CE40-416F-87AE-2A2A35139E6F}" dt="2025-11-01T13:53:42.809" v="2448" actId="1076"/>
          <ac:spMkLst>
            <pc:docMk/>
            <pc:sldMk cId="4032703946" sldId="281"/>
            <ac:spMk id="33" creationId="{84ACAE0A-5230-4DF6-95DA-F229ED78E3F4}"/>
          </ac:spMkLst>
        </pc:spChg>
        <pc:spChg chg="mod">
          <ac:chgData name="Khodabandeloo, Babak" userId="3242f5d0-fe95-4f88-8be2-dbc526982ce4" providerId="ADAL" clId="{33985D7C-CE40-416F-87AE-2A2A35139E6F}" dt="2025-11-01T13:42:51.851" v="2256"/>
          <ac:spMkLst>
            <pc:docMk/>
            <pc:sldMk cId="4032703946" sldId="281"/>
            <ac:spMk id="36" creationId="{7C93131E-16BC-FC7C-C23D-835C30112AAA}"/>
          </ac:spMkLst>
        </pc:spChg>
        <pc:spChg chg="mod">
          <ac:chgData name="Khodabandeloo, Babak" userId="3242f5d0-fe95-4f88-8be2-dbc526982ce4" providerId="ADAL" clId="{33985D7C-CE40-416F-87AE-2A2A35139E6F}" dt="2025-11-01T12:36:47.309" v="2209" actId="1076"/>
          <ac:spMkLst>
            <pc:docMk/>
            <pc:sldMk cId="4032703946" sldId="281"/>
            <ac:spMk id="43" creationId="{123034B5-08BD-DBE2-8556-EFF5D5D01168}"/>
          </ac:spMkLst>
        </pc:spChg>
        <pc:spChg chg="add mod">
          <ac:chgData name="Khodabandeloo, Babak" userId="3242f5d0-fe95-4f88-8be2-dbc526982ce4" providerId="ADAL" clId="{33985D7C-CE40-416F-87AE-2A2A35139E6F}" dt="2025-11-01T13:46:53.163" v="2425" actId="404"/>
          <ac:spMkLst>
            <pc:docMk/>
            <pc:sldMk cId="4032703946" sldId="281"/>
            <ac:spMk id="46" creationId="{C0FFF12E-B7FD-F7AF-2878-79FA19B5C1FC}"/>
          </ac:spMkLst>
        </pc:spChg>
        <pc:grpChg chg="add mod">
          <ac:chgData name="Khodabandeloo, Babak" userId="3242f5d0-fe95-4f88-8be2-dbc526982ce4" providerId="ADAL" clId="{33985D7C-CE40-416F-87AE-2A2A35139E6F}" dt="2025-11-01T13:44:05.967" v="2272" actId="1076"/>
          <ac:grpSpMkLst>
            <pc:docMk/>
            <pc:sldMk cId="4032703946" sldId="281"/>
            <ac:grpSpMk id="14" creationId="{2F59EBC2-2356-06EE-B975-EC425B479E4B}"/>
          </ac:grpSpMkLst>
        </pc:grpChg>
        <pc:grpChg chg="mod">
          <ac:chgData name="Khodabandeloo, Babak" userId="3242f5d0-fe95-4f88-8be2-dbc526982ce4" providerId="ADAL" clId="{33985D7C-CE40-416F-87AE-2A2A35139E6F}" dt="2025-11-01T13:42:51.851" v="2256"/>
          <ac:grpSpMkLst>
            <pc:docMk/>
            <pc:sldMk cId="4032703946" sldId="281"/>
            <ac:grpSpMk id="16" creationId="{7FA8E307-DA5D-A11F-0995-60B4DF878A8D}"/>
          </ac:grpSpMkLst>
        </pc:grpChg>
        <pc:grpChg chg="mod">
          <ac:chgData name="Khodabandeloo, Babak" userId="3242f5d0-fe95-4f88-8be2-dbc526982ce4" providerId="ADAL" clId="{33985D7C-CE40-416F-87AE-2A2A35139E6F}" dt="2025-11-01T13:53:39.163" v="2447" actId="14100"/>
          <ac:grpSpMkLst>
            <pc:docMk/>
            <pc:sldMk cId="4032703946" sldId="281"/>
            <ac:grpSpMk id="42" creationId="{62CBD4D6-97D0-C534-7720-86A275F2E505}"/>
          </ac:grpSpMkLst>
        </pc:grpChg>
        <pc:picChg chg="add mod">
          <ac:chgData name="Khodabandeloo, Babak" userId="3242f5d0-fe95-4f88-8be2-dbc526982ce4" providerId="ADAL" clId="{33985D7C-CE40-416F-87AE-2A2A35139E6F}" dt="2025-11-01T13:46:55.868" v="2426" actId="1076"/>
          <ac:picMkLst>
            <pc:docMk/>
            <pc:sldMk cId="4032703946" sldId="281"/>
            <ac:picMk id="3" creationId="{2FF4394A-6E43-A3A7-C49F-BA7D1850C98D}"/>
          </ac:picMkLst>
        </pc:picChg>
        <pc:picChg chg="add mod">
          <ac:chgData name="Khodabandeloo, Babak" userId="3242f5d0-fe95-4f88-8be2-dbc526982ce4" providerId="ADAL" clId="{33985D7C-CE40-416F-87AE-2A2A35139E6F}" dt="2025-11-01T13:46:57.433" v="2427" actId="1076"/>
          <ac:picMkLst>
            <pc:docMk/>
            <pc:sldMk cId="4032703946" sldId="281"/>
            <ac:picMk id="5" creationId="{F25F66B7-2F03-384C-0405-5895F67203C7}"/>
          </ac:picMkLst>
        </pc:picChg>
        <pc:picChg chg="add mod">
          <ac:chgData name="Khodabandeloo, Babak" userId="3242f5d0-fe95-4f88-8be2-dbc526982ce4" providerId="ADAL" clId="{33985D7C-CE40-416F-87AE-2A2A35139E6F}" dt="2025-11-01T12:37:38.313" v="2228" actId="1076"/>
          <ac:picMkLst>
            <pc:docMk/>
            <pc:sldMk cId="4032703946" sldId="281"/>
            <ac:picMk id="7" creationId="{D92B3C74-E450-4B56-67C7-44E4C67CCD7E}"/>
          </ac:picMkLst>
        </pc:picChg>
        <pc:picChg chg="add mod">
          <ac:chgData name="Khodabandeloo, Babak" userId="3242f5d0-fe95-4f88-8be2-dbc526982ce4" providerId="ADAL" clId="{33985D7C-CE40-416F-87AE-2A2A35139E6F}" dt="2025-11-01T13:47:02.597" v="2428" actId="1076"/>
          <ac:picMkLst>
            <pc:docMk/>
            <pc:sldMk cId="4032703946" sldId="281"/>
            <ac:picMk id="9" creationId="{ABF1BC29-231A-B7EA-6B68-D67A4091DB53}"/>
          </ac:picMkLst>
        </pc:picChg>
        <pc:picChg chg="mod">
          <ac:chgData name="Khodabandeloo, Babak" userId="3242f5d0-fe95-4f88-8be2-dbc526982ce4" providerId="ADAL" clId="{33985D7C-CE40-416F-87AE-2A2A35139E6F}" dt="2025-11-01T13:43:52.408" v="2270" actId="1076"/>
          <ac:picMkLst>
            <pc:docMk/>
            <pc:sldMk cId="4032703946" sldId="281"/>
            <ac:picMk id="11" creationId="{FE3FB5C5-B041-9F1D-AB9E-72D4304CE0F7}"/>
          </ac:picMkLst>
        </pc:picChg>
        <pc:picChg chg="add mod">
          <ac:chgData name="Khodabandeloo, Babak" userId="3242f5d0-fe95-4f88-8be2-dbc526982ce4" providerId="ADAL" clId="{33985D7C-CE40-416F-87AE-2A2A35139E6F}" dt="2025-11-01T12:37:19.333" v="2225" actId="1076"/>
          <ac:picMkLst>
            <pc:docMk/>
            <pc:sldMk cId="4032703946" sldId="281"/>
            <ac:picMk id="12" creationId="{8D288700-F8C0-91D3-2B56-D54EFDE79A45}"/>
          </ac:picMkLst>
        </pc:picChg>
        <pc:picChg chg="mod">
          <ac:chgData name="Khodabandeloo, Babak" userId="3242f5d0-fe95-4f88-8be2-dbc526982ce4" providerId="ADAL" clId="{33985D7C-CE40-416F-87AE-2A2A35139E6F}" dt="2025-11-01T13:44:09.780" v="2273" actId="1076"/>
          <ac:picMkLst>
            <pc:docMk/>
            <pc:sldMk cId="4032703946" sldId="281"/>
            <ac:picMk id="13" creationId="{C3329FE9-90A7-0928-48C0-7962EE6CB567}"/>
          </ac:picMkLst>
        </pc:picChg>
        <pc:picChg chg="mod">
          <ac:chgData name="Khodabandeloo, Babak" userId="3242f5d0-fe95-4f88-8be2-dbc526982ce4" providerId="ADAL" clId="{33985D7C-CE40-416F-87AE-2A2A35139E6F}" dt="2025-11-01T13:42:51.851" v="2256"/>
          <ac:picMkLst>
            <pc:docMk/>
            <pc:sldMk cId="4032703946" sldId="281"/>
            <ac:picMk id="22" creationId="{3E025139-9441-6D95-A17E-74467AD19887}"/>
          </ac:picMkLst>
        </pc:picChg>
        <pc:cxnChg chg="mod">
          <ac:chgData name="Khodabandeloo, Babak" userId="3242f5d0-fe95-4f88-8be2-dbc526982ce4" providerId="ADAL" clId="{33985D7C-CE40-416F-87AE-2A2A35139E6F}" dt="2025-11-01T13:42:51.851" v="2256"/>
          <ac:cxnSpMkLst>
            <pc:docMk/>
            <pc:sldMk cId="4032703946" sldId="281"/>
            <ac:cxnSpMk id="28" creationId="{B16F9828-03D4-67C1-BA02-896DA0AC22C0}"/>
          </ac:cxnSpMkLst>
        </pc:cxnChg>
        <pc:cxnChg chg="mod">
          <ac:chgData name="Khodabandeloo, Babak" userId="3242f5d0-fe95-4f88-8be2-dbc526982ce4" providerId="ADAL" clId="{33985D7C-CE40-416F-87AE-2A2A35139E6F}" dt="2025-11-01T13:42:51.851" v="2256"/>
          <ac:cxnSpMkLst>
            <pc:docMk/>
            <pc:sldMk cId="4032703946" sldId="281"/>
            <ac:cxnSpMk id="29" creationId="{BC81D9C7-40C7-5C0E-00B2-46E32841A4EB}"/>
          </ac:cxnSpMkLst>
        </pc:cxnChg>
        <pc:cxnChg chg="mod">
          <ac:chgData name="Khodabandeloo, Babak" userId="3242f5d0-fe95-4f88-8be2-dbc526982ce4" providerId="ADAL" clId="{33985D7C-CE40-416F-87AE-2A2A35139E6F}" dt="2025-11-01T13:43:45.131" v="2268" actId="14100"/>
          <ac:cxnSpMkLst>
            <pc:docMk/>
            <pc:sldMk cId="4032703946" sldId="281"/>
            <ac:cxnSpMk id="32" creationId="{9479D125-4E26-3BA9-06ED-0069E4525445}"/>
          </ac:cxnSpMkLst>
        </pc:cxnChg>
      </pc:sldChg>
      <pc:sldChg chg="addSp delSp modSp new mod">
        <pc:chgData name="Khodabandeloo, Babak" userId="3242f5d0-fe95-4f88-8be2-dbc526982ce4" providerId="ADAL" clId="{33985D7C-CE40-416F-87AE-2A2A35139E6F}" dt="2025-11-01T19:30:23.749" v="3858" actId="14100"/>
        <pc:sldMkLst>
          <pc:docMk/>
          <pc:sldMk cId="2826782097" sldId="282"/>
        </pc:sldMkLst>
        <pc:spChg chg="mod">
          <ac:chgData name="Khodabandeloo, Babak" userId="3242f5d0-fe95-4f88-8be2-dbc526982ce4" providerId="ADAL" clId="{33985D7C-CE40-416F-87AE-2A2A35139E6F}" dt="2025-11-01T19:30:23.749" v="3858" actId="14100"/>
          <ac:spMkLst>
            <pc:docMk/>
            <pc:sldMk cId="2826782097" sldId="282"/>
            <ac:spMk id="2" creationId="{BFBE5BE2-5998-6F5E-C2EB-3C9443F071C6}"/>
          </ac:spMkLst>
        </pc:spChg>
        <pc:spChg chg="add mod">
          <ac:chgData name="Khodabandeloo, Babak" userId="3242f5d0-fe95-4f88-8be2-dbc526982ce4" providerId="ADAL" clId="{33985D7C-CE40-416F-87AE-2A2A35139E6F}" dt="2025-11-01T16:40:11.834" v="2882" actId="1076"/>
          <ac:spMkLst>
            <pc:docMk/>
            <pc:sldMk cId="2826782097" sldId="282"/>
            <ac:spMk id="4" creationId="{8179AC0D-2921-A81B-BD1E-C9A813A594CD}"/>
          </ac:spMkLst>
        </pc:spChg>
        <pc:spChg chg="add mod">
          <ac:chgData name="Khodabandeloo, Babak" userId="3242f5d0-fe95-4f88-8be2-dbc526982ce4" providerId="ADAL" clId="{33985D7C-CE40-416F-87AE-2A2A35139E6F}" dt="2025-11-01T16:40:36.020" v="2890" actId="1076"/>
          <ac:spMkLst>
            <pc:docMk/>
            <pc:sldMk cId="2826782097" sldId="282"/>
            <ac:spMk id="5" creationId="{0E91DCBE-1533-143B-2263-FC53207DDB6A}"/>
          </ac:spMkLst>
        </pc:spChg>
        <pc:spChg chg="add mod">
          <ac:chgData name="Khodabandeloo, Babak" userId="3242f5d0-fe95-4f88-8be2-dbc526982ce4" providerId="ADAL" clId="{33985D7C-CE40-416F-87AE-2A2A35139E6F}" dt="2025-11-01T16:40:09.080" v="2881" actId="1076"/>
          <ac:spMkLst>
            <pc:docMk/>
            <pc:sldMk cId="2826782097" sldId="282"/>
            <ac:spMk id="7" creationId="{276542BA-01C8-B1F3-53A4-668E1FABB2B2}"/>
          </ac:spMkLst>
        </pc:spChg>
        <pc:spChg chg="add mod">
          <ac:chgData name="Khodabandeloo, Babak" userId="3242f5d0-fe95-4f88-8be2-dbc526982ce4" providerId="ADAL" clId="{33985D7C-CE40-416F-87AE-2A2A35139E6F}" dt="2025-11-01T16:41:25.238" v="2941" actId="14100"/>
          <ac:spMkLst>
            <pc:docMk/>
            <pc:sldMk cId="2826782097" sldId="282"/>
            <ac:spMk id="8" creationId="{9AA2823C-FCC7-6B06-5FA8-273AE8FEB2DF}"/>
          </ac:spMkLst>
        </pc:spChg>
        <pc:spChg chg="add mod">
          <ac:chgData name="Khodabandeloo, Babak" userId="3242f5d0-fe95-4f88-8be2-dbc526982ce4" providerId="ADAL" clId="{33985D7C-CE40-416F-87AE-2A2A35139E6F}" dt="2025-11-01T16:41:25.238" v="2941" actId="14100"/>
          <ac:spMkLst>
            <pc:docMk/>
            <pc:sldMk cId="2826782097" sldId="282"/>
            <ac:spMk id="9" creationId="{853F241D-8B0D-4C9C-0546-F6CA37329A54}"/>
          </ac:spMkLst>
        </pc:spChg>
        <pc:spChg chg="add mod">
          <ac:chgData name="Khodabandeloo, Babak" userId="3242f5d0-fe95-4f88-8be2-dbc526982ce4" providerId="ADAL" clId="{33985D7C-CE40-416F-87AE-2A2A35139E6F}" dt="2025-11-01T16:41:25.238" v="2941" actId="14100"/>
          <ac:spMkLst>
            <pc:docMk/>
            <pc:sldMk cId="2826782097" sldId="282"/>
            <ac:spMk id="10" creationId="{80D2B06C-3A59-8B6D-A752-281071CCEC9B}"/>
          </ac:spMkLst>
        </pc:spChg>
        <pc:spChg chg="add mod">
          <ac:chgData name="Khodabandeloo, Babak" userId="3242f5d0-fe95-4f88-8be2-dbc526982ce4" providerId="ADAL" clId="{33985D7C-CE40-416F-87AE-2A2A35139E6F}" dt="2025-11-01T16:41:25.238" v="2941" actId="14100"/>
          <ac:spMkLst>
            <pc:docMk/>
            <pc:sldMk cId="2826782097" sldId="282"/>
            <ac:spMk id="12" creationId="{74606A60-FBD7-E1F4-BA47-1C344C2C5267}"/>
          </ac:spMkLst>
        </pc:spChg>
        <pc:spChg chg="add mod">
          <ac:chgData name="Khodabandeloo, Babak" userId="3242f5d0-fe95-4f88-8be2-dbc526982ce4" providerId="ADAL" clId="{33985D7C-CE40-416F-87AE-2A2A35139E6F}" dt="2025-11-01T16:41:25.238" v="2941" actId="14100"/>
          <ac:spMkLst>
            <pc:docMk/>
            <pc:sldMk cId="2826782097" sldId="282"/>
            <ac:spMk id="16" creationId="{6B16EDFF-E2BE-1E5C-08E9-3FBD6C3EDA13}"/>
          </ac:spMkLst>
        </pc:spChg>
        <pc:spChg chg="add mod">
          <ac:chgData name="Khodabandeloo, Babak" userId="3242f5d0-fe95-4f88-8be2-dbc526982ce4" providerId="ADAL" clId="{33985D7C-CE40-416F-87AE-2A2A35139E6F}" dt="2025-11-01T16:41:28.153" v="2942" actId="1076"/>
          <ac:spMkLst>
            <pc:docMk/>
            <pc:sldMk cId="2826782097" sldId="282"/>
            <ac:spMk id="20" creationId="{222866E7-EDBB-3A52-4756-3F1066C7FD45}"/>
          </ac:spMkLst>
        </pc:spChg>
        <pc:spChg chg="add mod">
          <ac:chgData name="Khodabandeloo, Babak" userId="3242f5d0-fe95-4f88-8be2-dbc526982ce4" providerId="ADAL" clId="{33985D7C-CE40-416F-87AE-2A2A35139E6F}" dt="2025-11-01T16:40:28.203" v="2887" actId="1076"/>
          <ac:spMkLst>
            <pc:docMk/>
            <pc:sldMk cId="2826782097" sldId="282"/>
            <ac:spMk id="21" creationId="{BA14C790-2830-F7E7-9C8F-2B2A574D74FD}"/>
          </ac:spMkLst>
        </pc:spChg>
        <pc:spChg chg="add mod">
          <ac:chgData name="Khodabandeloo, Babak" userId="3242f5d0-fe95-4f88-8be2-dbc526982ce4" providerId="ADAL" clId="{33985D7C-CE40-416F-87AE-2A2A35139E6F}" dt="2025-11-01T16:42:03.632" v="2950" actId="164"/>
          <ac:spMkLst>
            <pc:docMk/>
            <pc:sldMk cId="2826782097" sldId="282"/>
            <ac:spMk id="22" creationId="{CCA1D441-FF9D-CBE1-6256-C6EC151BDC86}"/>
          </ac:spMkLst>
        </pc:spChg>
        <pc:spChg chg="add mod">
          <ac:chgData name="Khodabandeloo, Babak" userId="3242f5d0-fe95-4f88-8be2-dbc526982ce4" providerId="ADAL" clId="{33985D7C-CE40-416F-87AE-2A2A35139E6F}" dt="2025-11-01T16:42:03.632" v="2950" actId="164"/>
          <ac:spMkLst>
            <pc:docMk/>
            <pc:sldMk cId="2826782097" sldId="282"/>
            <ac:spMk id="23" creationId="{44F9D2B6-8E6D-7926-515C-36EFC695DCB8}"/>
          </ac:spMkLst>
        </pc:spChg>
        <pc:spChg chg="add mod">
          <ac:chgData name="Khodabandeloo, Babak" userId="3242f5d0-fe95-4f88-8be2-dbc526982ce4" providerId="ADAL" clId="{33985D7C-CE40-416F-87AE-2A2A35139E6F}" dt="2025-11-01T16:42:03.632" v="2950" actId="164"/>
          <ac:spMkLst>
            <pc:docMk/>
            <pc:sldMk cId="2826782097" sldId="282"/>
            <ac:spMk id="24" creationId="{060BC9F3-F418-E6F7-219E-8FDE904B8E8C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27" creationId="{0242105F-F0D0-EBF2-C531-DE8DE2D0F745}"/>
          </ac:spMkLst>
        </pc:spChg>
        <pc:spChg chg="add del mod">
          <ac:chgData name="Khodabandeloo, Babak" userId="3242f5d0-fe95-4f88-8be2-dbc526982ce4" providerId="ADAL" clId="{33985D7C-CE40-416F-87AE-2A2A35139E6F}" dt="2025-11-01T16:42:03.632" v="2950" actId="164"/>
          <ac:spMkLst>
            <pc:docMk/>
            <pc:sldMk cId="2826782097" sldId="282"/>
            <ac:spMk id="30" creationId="{408B1DB2-B078-F835-1F2B-E8DAB4880121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42" creationId="{03F6D14C-8815-BB95-DEF3-32C68E6ECFC2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45" creationId="{580C5FF2-4EA8-530D-362A-BB041D794DFC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48" creationId="{410763DD-6CAA-B605-1DFB-844AEEA159BE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51" creationId="{B506A01B-B9E6-D832-B418-8B8364F37289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54" creationId="{09DBD300-D084-FA17-773A-1F270F69BDA1}"/>
          </ac:spMkLst>
        </pc:spChg>
        <pc:spChg chg="mod">
          <ac:chgData name="Khodabandeloo, Babak" userId="3242f5d0-fe95-4f88-8be2-dbc526982ce4" providerId="ADAL" clId="{33985D7C-CE40-416F-87AE-2A2A35139E6F}" dt="2025-11-01T16:39:10.025" v="2871" actId="1076"/>
          <ac:spMkLst>
            <pc:docMk/>
            <pc:sldMk cId="2826782097" sldId="282"/>
            <ac:spMk id="57" creationId="{31B74FEC-07B5-E3D6-A64E-704E6630FABD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60" creationId="{39A54EED-62CC-74BA-B752-89CA4912B0C8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63" creationId="{115CEBE0-46A7-7A61-E94F-5AA325A2F51E}"/>
          </ac:spMkLst>
        </pc:spChg>
        <pc:spChg chg="mod">
          <ac:chgData name="Khodabandeloo, Babak" userId="3242f5d0-fe95-4f88-8be2-dbc526982ce4" providerId="ADAL" clId="{33985D7C-CE40-416F-87AE-2A2A35139E6F}" dt="2025-11-01T16:39:14.056" v="2873" actId="1076"/>
          <ac:spMkLst>
            <pc:docMk/>
            <pc:sldMk cId="2826782097" sldId="282"/>
            <ac:spMk id="66" creationId="{7B5E5222-10C4-D722-BF2A-89D3CE3CCF20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69" creationId="{BE7D02B4-52A4-6A15-3E5D-29AFF1B23989}"/>
          </ac:spMkLst>
        </pc:spChg>
        <pc:spChg chg="mod">
          <ac:chgData name="Khodabandeloo, Babak" userId="3242f5d0-fe95-4f88-8be2-dbc526982ce4" providerId="ADAL" clId="{33985D7C-CE40-416F-87AE-2A2A35139E6F}" dt="2025-11-01T16:41:44.281" v="2944" actId="1076"/>
          <ac:spMkLst>
            <pc:docMk/>
            <pc:sldMk cId="2826782097" sldId="282"/>
            <ac:spMk id="72" creationId="{0B625C3C-23B4-4FEF-AFDE-31C4F5488961}"/>
          </ac:spMkLst>
        </pc:spChg>
        <pc:spChg chg="add mod">
          <ac:chgData name="Khodabandeloo, Babak" userId="3242f5d0-fe95-4f88-8be2-dbc526982ce4" providerId="ADAL" clId="{33985D7C-CE40-416F-87AE-2A2A35139E6F}" dt="2025-11-01T16:44:17.400" v="3163" actId="1076"/>
          <ac:spMkLst>
            <pc:docMk/>
            <pc:sldMk cId="2826782097" sldId="282"/>
            <ac:spMk id="74" creationId="{F4005D8D-7EA0-510B-86B7-04B6C9D9AB36}"/>
          </ac:spMkLst>
        </pc:spChg>
        <pc:spChg chg="add mod">
          <ac:chgData name="Khodabandeloo, Babak" userId="3242f5d0-fe95-4f88-8be2-dbc526982ce4" providerId="ADAL" clId="{33985D7C-CE40-416F-87AE-2A2A35139E6F}" dt="2025-11-01T16:48:30.228" v="3622" actId="14100"/>
          <ac:spMkLst>
            <pc:docMk/>
            <pc:sldMk cId="2826782097" sldId="282"/>
            <ac:spMk id="80" creationId="{BCD97877-B85D-FE32-05EB-04A61BAA6B28}"/>
          </ac:spMkLst>
        </pc:spChg>
        <pc:spChg chg="add mod">
          <ac:chgData name="Khodabandeloo, Babak" userId="3242f5d0-fe95-4f88-8be2-dbc526982ce4" providerId="ADAL" clId="{33985D7C-CE40-416F-87AE-2A2A35139E6F}" dt="2025-11-01T16:50:04.840" v="3630" actId="1076"/>
          <ac:spMkLst>
            <pc:docMk/>
            <pc:sldMk cId="2826782097" sldId="282"/>
            <ac:spMk id="81" creationId="{16D346A8-65C2-9B39-F3F6-A1FE144F9174}"/>
          </ac:spMkLst>
        </pc:spChg>
        <pc:grpChg chg="add mod">
          <ac:chgData name="Khodabandeloo, Babak" userId="3242f5d0-fe95-4f88-8be2-dbc526982ce4" providerId="ADAL" clId="{33985D7C-CE40-416F-87AE-2A2A35139E6F}" dt="2025-11-01T16:41:25.238" v="2941" actId="14100"/>
          <ac:grpSpMkLst>
            <pc:docMk/>
            <pc:sldMk cId="2826782097" sldId="282"/>
            <ac:grpSpMk id="14" creationId="{DAABC0CA-8313-C301-795B-C5933113C1E6}"/>
          </ac:grpSpMkLst>
        </pc:grpChg>
        <pc:grpChg chg="add mod">
          <ac:chgData name="Khodabandeloo, Babak" userId="3242f5d0-fe95-4f88-8be2-dbc526982ce4" providerId="ADAL" clId="{33985D7C-CE40-416F-87AE-2A2A35139E6F}" dt="2025-11-01T16:38:18.373" v="2848" actId="1076"/>
          <ac:grpSpMkLst>
            <pc:docMk/>
            <pc:sldMk cId="2826782097" sldId="282"/>
            <ac:grpSpMk id="25" creationId="{0EACA560-5A97-BE4B-B70B-D1C5E7C62372}"/>
          </ac:grpSpMkLst>
        </pc:grpChg>
        <pc:grpChg chg="add mod">
          <ac:chgData name="Khodabandeloo, Babak" userId="3242f5d0-fe95-4f88-8be2-dbc526982ce4" providerId="ADAL" clId="{33985D7C-CE40-416F-87AE-2A2A35139E6F}" dt="2025-11-01T16:42:03.632" v="2950" actId="164"/>
          <ac:grpSpMkLst>
            <pc:docMk/>
            <pc:sldMk cId="2826782097" sldId="282"/>
            <ac:grpSpMk id="40" creationId="{77D08A95-4FF9-088E-4DE3-F4126931E173}"/>
          </ac:grpSpMkLst>
        </pc:grpChg>
        <pc:grpChg chg="add mod">
          <ac:chgData name="Khodabandeloo, Babak" userId="3242f5d0-fe95-4f88-8be2-dbc526982ce4" providerId="ADAL" clId="{33985D7C-CE40-416F-87AE-2A2A35139E6F}" dt="2025-11-01T16:38:42.397" v="2858" actId="688"/>
          <ac:grpSpMkLst>
            <pc:docMk/>
            <pc:sldMk cId="2826782097" sldId="282"/>
            <ac:grpSpMk id="43" creationId="{0BD56E46-03D7-0C2D-A133-AFA3E3AD4ADB}"/>
          </ac:grpSpMkLst>
        </pc:grpChg>
        <pc:grpChg chg="add mod">
          <ac:chgData name="Khodabandeloo, Babak" userId="3242f5d0-fe95-4f88-8be2-dbc526982ce4" providerId="ADAL" clId="{33985D7C-CE40-416F-87AE-2A2A35139E6F}" dt="2025-11-01T16:42:03.632" v="2950" actId="164"/>
          <ac:grpSpMkLst>
            <pc:docMk/>
            <pc:sldMk cId="2826782097" sldId="282"/>
            <ac:grpSpMk id="46" creationId="{43279C66-CE2B-1E25-AD01-850BB74A238A}"/>
          </ac:grpSpMkLst>
        </pc:grpChg>
        <pc:grpChg chg="add mod">
          <ac:chgData name="Khodabandeloo, Babak" userId="3242f5d0-fe95-4f88-8be2-dbc526982ce4" providerId="ADAL" clId="{33985D7C-CE40-416F-87AE-2A2A35139E6F}" dt="2025-11-01T16:42:03.632" v="2950" actId="164"/>
          <ac:grpSpMkLst>
            <pc:docMk/>
            <pc:sldMk cId="2826782097" sldId="282"/>
            <ac:grpSpMk id="49" creationId="{1505A11D-A110-40C0-994F-FB09EB8176A7}"/>
          </ac:grpSpMkLst>
        </pc:grpChg>
        <pc:grpChg chg="add mod">
          <ac:chgData name="Khodabandeloo, Babak" userId="3242f5d0-fe95-4f88-8be2-dbc526982ce4" providerId="ADAL" clId="{33985D7C-CE40-416F-87AE-2A2A35139E6F}" dt="2025-11-01T16:38:56.302" v="2865" actId="1076"/>
          <ac:grpSpMkLst>
            <pc:docMk/>
            <pc:sldMk cId="2826782097" sldId="282"/>
            <ac:grpSpMk id="52" creationId="{CCC046FA-781A-8240-9EA4-F92B5CF4F93B}"/>
          </ac:grpSpMkLst>
        </pc:grpChg>
        <pc:grpChg chg="add mod">
          <ac:chgData name="Khodabandeloo, Babak" userId="3242f5d0-fe95-4f88-8be2-dbc526982ce4" providerId="ADAL" clId="{33985D7C-CE40-416F-87AE-2A2A35139E6F}" dt="2025-11-01T16:42:03.632" v="2950" actId="164"/>
          <ac:grpSpMkLst>
            <pc:docMk/>
            <pc:sldMk cId="2826782097" sldId="282"/>
            <ac:grpSpMk id="55" creationId="{F12E8B84-3120-1C62-C892-0077803FBA47}"/>
          </ac:grpSpMkLst>
        </pc:grpChg>
        <pc:grpChg chg="add mod">
          <ac:chgData name="Khodabandeloo, Babak" userId="3242f5d0-fe95-4f88-8be2-dbc526982ce4" providerId="ADAL" clId="{33985D7C-CE40-416F-87AE-2A2A35139E6F}" dt="2025-11-01T16:42:03.632" v="2950" actId="164"/>
          <ac:grpSpMkLst>
            <pc:docMk/>
            <pc:sldMk cId="2826782097" sldId="282"/>
            <ac:grpSpMk id="58" creationId="{704965CB-375C-8AD7-CCBF-41125DA6B5D1}"/>
          </ac:grpSpMkLst>
        </pc:grpChg>
        <pc:grpChg chg="add mod">
          <ac:chgData name="Khodabandeloo, Babak" userId="3242f5d0-fe95-4f88-8be2-dbc526982ce4" providerId="ADAL" clId="{33985D7C-CE40-416F-87AE-2A2A35139E6F}" dt="2025-11-01T16:42:03.632" v="2950" actId="164"/>
          <ac:grpSpMkLst>
            <pc:docMk/>
            <pc:sldMk cId="2826782097" sldId="282"/>
            <ac:grpSpMk id="61" creationId="{4C1C25B0-4721-107B-C88A-83B2149DF9BC}"/>
          </ac:grpSpMkLst>
        </pc:grpChg>
        <pc:grpChg chg="add mod">
          <ac:chgData name="Khodabandeloo, Babak" userId="3242f5d0-fe95-4f88-8be2-dbc526982ce4" providerId="ADAL" clId="{33985D7C-CE40-416F-87AE-2A2A35139E6F}" dt="2025-11-01T16:39:14.056" v="2873" actId="1076"/>
          <ac:grpSpMkLst>
            <pc:docMk/>
            <pc:sldMk cId="2826782097" sldId="282"/>
            <ac:grpSpMk id="64" creationId="{6FE9303C-B0E5-6DD7-719B-0C25211992DA}"/>
          </ac:grpSpMkLst>
        </pc:grpChg>
        <pc:grpChg chg="add mod">
          <ac:chgData name="Khodabandeloo, Babak" userId="3242f5d0-fe95-4f88-8be2-dbc526982ce4" providerId="ADAL" clId="{33985D7C-CE40-416F-87AE-2A2A35139E6F}" dt="2025-11-01T16:39:17.269" v="2875" actId="1076"/>
          <ac:grpSpMkLst>
            <pc:docMk/>
            <pc:sldMk cId="2826782097" sldId="282"/>
            <ac:grpSpMk id="67" creationId="{2C82DCAB-BE95-3310-A413-80B44AC5956D}"/>
          </ac:grpSpMkLst>
        </pc:grpChg>
        <pc:grpChg chg="add mod">
          <ac:chgData name="Khodabandeloo, Babak" userId="3242f5d0-fe95-4f88-8be2-dbc526982ce4" providerId="ADAL" clId="{33985D7C-CE40-416F-87AE-2A2A35139E6F}" dt="2025-11-01T16:39:20.260" v="2877" actId="1076"/>
          <ac:grpSpMkLst>
            <pc:docMk/>
            <pc:sldMk cId="2826782097" sldId="282"/>
            <ac:grpSpMk id="70" creationId="{9BA4AF95-5798-1534-AFF1-63D8BDAA0A00}"/>
          </ac:grpSpMkLst>
        </pc:grpChg>
        <pc:grpChg chg="add mod">
          <ac:chgData name="Khodabandeloo, Babak" userId="3242f5d0-fe95-4f88-8be2-dbc526982ce4" providerId="ADAL" clId="{33985D7C-CE40-416F-87AE-2A2A35139E6F}" dt="2025-11-01T16:41:25.238" v="2941" actId="14100"/>
          <ac:grpSpMkLst>
            <pc:docMk/>
            <pc:sldMk cId="2826782097" sldId="282"/>
            <ac:grpSpMk id="73" creationId="{AEBDB195-E2E3-B750-20BC-F0BF71D61361}"/>
          </ac:grpSpMkLst>
        </pc:grpChg>
        <pc:picChg chg="add mod">
          <ac:chgData name="Khodabandeloo, Babak" userId="3242f5d0-fe95-4f88-8be2-dbc526982ce4" providerId="ADAL" clId="{33985D7C-CE40-416F-87AE-2A2A35139E6F}" dt="2025-11-01T16:41:25.238" v="2941" actId="14100"/>
          <ac:picMkLst>
            <pc:docMk/>
            <pc:sldMk cId="2826782097" sldId="282"/>
            <ac:picMk id="11" creationId="{846DB08D-8A6B-F6CE-8BC9-F42DB339CE35}"/>
          </ac:picMkLst>
        </pc:picChg>
        <pc:picChg chg="mod">
          <ac:chgData name="Khodabandeloo, Babak" userId="3242f5d0-fe95-4f88-8be2-dbc526982ce4" providerId="ADAL" clId="{33985D7C-CE40-416F-87AE-2A2A35139E6F}" dt="2025-11-01T16:38:18.373" v="2848" actId="1076"/>
          <ac:picMkLst>
            <pc:docMk/>
            <pc:sldMk cId="2826782097" sldId="282"/>
            <ac:picMk id="26" creationId="{B4DD29A1-314E-951D-8A1A-9C349AADEF37}"/>
          </ac:picMkLst>
        </pc:picChg>
        <pc:picChg chg="mod">
          <ac:chgData name="Khodabandeloo, Babak" userId="3242f5d0-fe95-4f88-8be2-dbc526982ce4" providerId="ADAL" clId="{33985D7C-CE40-416F-87AE-2A2A35139E6F}" dt="2025-11-01T16:38:37.358" v="2855" actId="688"/>
          <ac:picMkLst>
            <pc:docMk/>
            <pc:sldMk cId="2826782097" sldId="282"/>
            <ac:picMk id="41" creationId="{386370A0-2998-DBE4-6F7F-15727155D862}"/>
          </ac:picMkLst>
        </pc:picChg>
        <pc:picChg chg="mod">
          <ac:chgData name="Khodabandeloo, Babak" userId="3242f5d0-fe95-4f88-8be2-dbc526982ce4" providerId="ADAL" clId="{33985D7C-CE40-416F-87AE-2A2A35139E6F}" dt="2025-11-01T16:38:42.397" v="2858" actId="688"/>
          <ac:picMkLst>
            <pc:docMk/>
            <pc:sldMk cId="2826782097" sldId="282"/>
            <ac:picMk id="44" creationId="{41A59E55-3177-A52F-E9AD-C32B5FB0EAAA}"/>
          </ac:picMkLst>
        </pc:picChg>
        <pc:picChg chg="mod">
          <ac:chgData name="Khodabandeloo, Babak" userId="3242f5d0-fe95-4f88-8be2-dbc526982ce4" providerId="ADAL" clId="{33985D7C-CE40-416F-87AE-2A2A35139E6F}" dt="2025-11-01T16:38:47.134" v="2861" actId="1076"/>
          <ac:picMkLst>
            <pc:docMk/>
            <pc:sldMk cId="2826782097" sldId="282"/>
            <ac:picMk id="47" creationId="{7797F2DF-BBC0-39D5-5ED8-4E1D68F0A033}"/>
          </ac:picMkLst>
        </pc:picChg>
        <pc:picChg chg="mod">
          <ac:chgData name="Khodabandeloo, Babak" userId="3242f5d0-fe95-4f88-8be2-dbc526982ce4" providerId="ADAL" clId="{33985D7C-CE40-416F-87AE-2A2A35139E6F}" dt="2025-11-01T16:38:51.391" v="2863" actId="1076"/>
          <ac:picMkLst>
            <pc:docMk/>
            <pc:sldMk cId="2826782097" sldId="282"/>
            <ac:picMk id="50" creationId="{426FCA9C-3F24-982A-EDFA-E59A4E0172F8}"/>
          </ac:picMkLst>
        </pc:picChg>
        <pc:picChg chg="mod">
          <ac:chgData name="Khodabandeloo, Babak" userId="3242f5d0-fe95-4f88-8be2-dbc526982ce4" providerId="ADAL" clId="{33985D7C-CE40-416F-87AE-2A2A35139E6F}" dt="2025-11-01T16:38:56.302" v="2865" actId="1076"/>
          <ac:picMkLst>
            <pc:docMk/>
            <pc:sldMk cId="2826782097" sldId="282"/>
            <ac:picMk id="53" creationId="{1E146BE3-5A2D-2F2D-8571-F1033402DCCF}"/>
          </ac:picMkLst>
        </pc:picChg>
        <pc:picChg chg="mod">
          <ac:chgData name="Khodabandeloo, Babak" userId="3242f5d0-fe95-4f88-8be2-dbc526982ce4" providerId="ADAL" clId="{33985D7C-CE40-416F-87AE-2A2A35139E6F}" dt="2025-11-01T16:39:10.025" v="2871" actId="1076"/>
          <ac:picMkLst>
            <pc:docMk/>
            <pc:sldMk cId="2826782097" sldId="282"/>
            <ac:picMk id="56" creationId="{11160FED-6417-1904-ABDE-8D2C7E539E54}"/>
          </ac:picMkLst>
        </pc:picChg>
        <pc:picChg chg="mod">
          <ac:chgData name="Khodabandeloo, Babak" userId="3242f5d0-fe95-4f88-8be2-dbc526982ce4" providerId="ADAL" clId="{33985D7C-CE40-416F-87AE-2A2A35139E6F}" dt="2025-11-01T16:39:06.549" v="2869" actId="1076"/>
          <ac:picMkLst>
            <pc:docMk/>
            <pc:sldMk cId="2826782097" sldId="282"/>
            <ac:picMk id="59" creationId="{851FE0A4-2C26-8F36-03C0-EDADC60C093D}"/>
          </ac:picMkLst>
        </pc:picChg>
        <pc:picChg chg="mod">
          <ac:chgData name="Khodabandeloo, Babak" userId="3242f5d0-fe95-4f88-8be2-dbc526982ce4" providerId="ADAL" clId="{33985D7C-CE40-416F-87AE-2A2A35139E6F}" dt="2025-11-01T16:39:07.110" v="2870"/>
          <ac:picMkLst>
            <pc:docMk/>
            <pc:sldMk cId="2826782097" sldId="282"/>
            <ac:picMk id="62" creationId="{B4182144-40E1-0115-3A1D-74385FF099E7}"/>
          </ac:picMkLst>
        </pc:picChg>
        <pc:picChg chg="mod">
          <ac:chgData name="Khodabandeloo, Babak" userId="3242f5d0-fe95-4f88-8be2-dbc526982ce4" providerId="ADAL" clId="{33985D7C-CE40-416F-87AE-2A2A35139E6F}" dt="2025-11-01T16:39:14.056" v="2873" actId="1076"/>
          <ac:picMkLst>
            <pc:docMk/>
            <pc:sldMk cId="2826782097" sldId="282"/>
            <ac:picMk id="65" creationId="{072185D2-E8FD-2563-7414-F38DC1C59873}"/>
          </ac:picMkLst>
        </pc:picChg>
        <pc:picChg chg="mod">
          <ac:chgData name="Khodabandeloo, Babak" userId="3242f5d0-fe95-4f88-8be2-dbc526982ce4" providerId="ADAL" clId="{33985D7C-CE40-416F-87AE-2A2A35139E6F}" dt="2025-11-01T16:39:17.269" v="2875" actId="1076"/>
          <ac:picMkLst>
            <pc:docMk/>
            <pc:sldMk cId="2826782097" sldId="282"/>
            <ac:picMk id="68" creationId="{C4E3F57F-D35A-FD5F-E833-C22FBAC45A32}"/>
          </ac:picMkLst>
        </pc:picChg>
        <pc:picChg chg="mod">
          <ac:chgData name="Khodabandeloo, Babak" userId="3242f5d0-fe95-4f88-8be2-dbc526982ce4" providerId="ADAL" clId="{33985D7C-CE40-416F-87AE-2A2A35139E6F}" dt="2025-11-01T16:39:20.260" v="2877" actId="1076"/>
          <ac:picMkLst>
            <pc:docMk/>
            <pc:sldMk cId="2826782097" sldId="282"/>
            <ac:picMk id="71" creationId="{39502D02-B86C-88A1-AC3B-20BF3670C891}"/>
          </ac:picMkLst>
        </pc:picChg>
        <pc:picChg chg="add mod">
          <ac:chgData name="Khodabandeloo, Babak" userId="3242f5d0-fe95-4f88-8be2-dbc526982ce4" providerId="ADAL" clId="{33985D7C-CE40-416F-87AE-2A2A35139E6F}" dt="2025-11-01T16:48:07.582" v="3618" actId="1076"/>
          <ac:picMkLst>
            <pc:docMk/>
            <pc:sldMk cId="2826782097" sldId="282"/>
            <ac:picMk id="77" creationId="{432039D6-C22D-28E0-2DBF-85A7C3893958}"/>
          </ac:picMkLst>
        </pc:picChg>
        <pc:picChg chg="add mod">
          <ac:chgData name="Khodabandeloo, Babak" userId="3242f5d0-fe95-4f88-8be2-dbc526982ce4" providerId="ADAL" clId="{33985D7C-CE40-416F-87AE-2A2A35139E6F}" dt="2025-11-01T16:48:04.718" v="3617" actId="1076"/>
          <ac:picMkLst>
            <pc:docMk/>
            <pc:sldMk cId="2826782097" sldId="282"/>
            <ac:picMk id="78" creationId="{301DC609-F11A-E5A6-C62A-A007600A3E6F}"/>
          </ac:picMkLst>
        </pc:picChg>
        <pc:picChg chg="add mod">
          <ac:chgData name="Khodabandeloo, Babak" userId="3242f5d0-fe95-4f88-8be2-dbc526982ce4" providerId="ADAL" clId="{33985D7C-CE40-416F-87AE-2A2A35139E6F}" dt="2025-11-01T16:48:42.063" v="3626" actId="1076"/>
          <ac:picMkLst>
            <pc:docMk/>
            <pc:sldMk cId="2826782097" sldId="282"/>
            <ac:picMk id="82" creationId="{8379BFBD-D72F-946E-96F6-A0CFE641B58F}"/>
          </ac:picMkLst>
        </pc:picChg>
        <pc:cxnChg chg="add mod">
          <ac:chgData name="Khodabandeloo, Babak" userId="3242f5d0-fe95-4f88-8be2-dbc526982ce4" providerId="ADAL" clId="{33985D7C-CE40-416F-87AE-2A2A35139E6F}" dt="2025-11-01T16:41:25.238" v="2941" actId="14100"/>
          <ac:cxnSpMkLst>
            <pc:docMk/>
            <pc:sldMk cId="2826782097" sldId="282"/>
            <ac:cxnSpMk id="18" creationId="{10BEF7A2-1D1E-047B-77FA-DC83128414F6}"/>
          </ac:cxnSpMkLst>
        </pc:cxnChg>
        <pc:cxnChg chg="add mod">
          <ac:chgData name="Khodabandeloo, Babak" userId="3242f5d0-fe95-4f88-8be2-dbc526982ce4" providerId="ADAL" clId="{33985D7C-CE40-416F-87AE-2A2A35139E6F}" dt="2025-11-01T16:41:48.781" v="2945" actId="14100"/>
          <ac:cxnSpMkLst>
            <pc:docMk/>
            <pc:sldMk cId="2826782097" sldId="282"/>
            <ac:cxnSpMk id="29" creationId="{494CE575-5530-3CD8-C0E3-1020436A9C3E}"/>
          </ac:cxnSpMkLst>
        </pc:cxnChg>
      </pc:sldChg>
      <pc:sldChg chg="addSp delSp modSp add mod ord">
        <pc:chgData name="Khodabandeloo, Babak" userId="3242f5d0-fe95-4f88-8be2-dbc526982ce4" providerId="ADAL" clId="{33985D7C-CE40-416F-87AE-2A2A35139E6F}" dt="2025-11-03T08:42:57.925" v="6864" actId="207"/>
        <pc:sldMkLst>
          <pc:docMk/>
          <pc:sldMk cId="1801308433" sldId="283"/>
        </pc:sldMkLst>
        <pc:spChg chg="add mod">
          <ac:chgData name="Khodabandeloo, Babak" userId="3242f5d0-fe95-4f88-8be2-dbc526982ce4" providerId="ADAL" clId="{33985D7C-CE40-416F-87AE-2A2A35139E6F}" dt="2025-11-03T08:42:57.925" v="6864" actId="207"/>
          <ac:spMkLst>
            <pc:docMk/>
            <pc:sldMk cId="1801308433" sldId="283"/>
            <ac:spMk id="2" creationId="{E5BF34AF-08A8-048B-3764-F44B5223726E}"/>
          </ac:spMkLst>
        </pc:spChg>
        <pc:spChg chg="add del mod">
          <ac:chgData name="Khodabandeloo, Babak" userId="3242f5d0-fe95-4f88-8be2-dbc526982ce4" providerId="ADAL" clId="{33985D7C-CE40-416F-87AE-2A2A35139E6F}" dt="2025-11-02T09:09:57.194" v="4697" actId="478"/>
          <ac:spMkLst>
            <pc:docMk/>
            <pc:sldMk cId="1801308433" sldId="283"/>
            <ac:spMk id="12" creationId="{013D041D-1755-AE4E-4B64-A5300D27A32D}"/>
          </ac:spMkLst>
        </pc:spChg>
        <pc:spChg chg="mod">
          <ac:chgData name="Khodabandeloo, Babak" userId="3242f5d0-fe95-4f88-8be2-dbc526982ce4" providerId="ADAL" clId="{33985D7C-CE40-416F-87AE-2A2A35139E6F}" dt="2025-11-01T21:33:54.767" v="4365"/>
          <ac:spMkLst>
            <pc:docMk/>
            <pc:sldMk cId="1801308433" sldId="283"/>
            <ac:spMk id="14" creationId="{C6F335E9-4375-8A0D-B0A1-53EED6468776}"/>
          </ac:spMkLst>
        </pc:spChg>
        <pc:spChg chg="mod">
          <ac:chgData name="Khodabandeloo, Babak" userId="3242f5d0-fe95-4f88-8be2-dbc526982ce4" providerId="ADAL" clId="{33985D7C-CE40-416F-87AE-2A2A35139E6F}" dt="2025-11-01T21:33:54.767" v="4365"/>
          <ac:spMkLst>
            <pc:docMk/>
            <pc:sldMk cId="1801308433" sldId="283"/>
            <ac:spMk id="17" creationId="{0563D213-0579-7078-F791-31234B725E0A}"/>
          </ac:spMkLst>
        </pc:spChg>
        <pc:spChg chg="mod">
          <ac:chgData name="Khodabandeloo, Babak" userId="3242f5d0-fe95-4f88-8be2-dbc526982ce4" providerId="ADAL" clId="{33985D7C-CE40-416F-87AE-2A2A35139E6F}" dt="2025-11-01T21:33:54.767" v="4365"/>
          <ac:spMkLst>
            <pc:docMk/>
            <pc:sldMk cId="1801308433" sldId="283"/>
            <ac:spMk id="19" creationId="{D73CED20-AE18-997C-A29C-1EA62E57CA11}"/>
          </ac:spMkLst>
        </pc:spChg>
        <pc:spChg chg="mod">
          <ac:chgData name="Khodabandeloo, Babak" userId="3242f5d0-fe95-4f88-8be2-dbc526982ce4" providerId="ADAL" clId="{33985D7C-CE40-416F-87AE-2A2A35139E6F}" dt="2025-11-01T21:33:54.767" v="4365"/>
          <ac:spMkLst>
            <pc:docMk/>
            <pc:sldMk cId="1801308433" sldId="283"/>
            <ac:spMk id="21" creationId="{563A2F80-5629-CF8A-75E0-DD1BBD1CB45D}"/>
          </ac:spMkLst>
        </pc:spChg>
        <pc:spChg chg="mod">
          <ac:chgData name="Khodabandeloo, Babak" userId="3242f5d0-fe95-4f88-8be2-dbc526982ce4" providerId="ADAL" clId="{33985D7C-CE40-416F-87AE-2A2A35139E6F}" dt="2025-11-01T21:33:54.767" v="4365"/>
          <ac:spMkLst>
            <pc:docMk/>
            <pc:sldMk cId="1801308433" sldId="283"/>
            <ac:spMk id="24" creationId="{609A4AD8-C2FC-330E-4A18-A7DE3A4716FD}"/>
          </ac:spMkLst>
        </pc:spChg>
        <pc:spChg chg="mod">
          <ac:chgData name="Khodabandeloo, Babak" userId="3242f5d0-fe95-4f88-8be2-dbc526982ce4" providerId="ADAL" clId="{33985D7C-CE40-416F-87AE-2A2A35139E6F}" dt="2025-11-01T21:33:54.767" v="4365"/>
          <ac:spMkLst>
            <pc:docMk/>
            <pc:sldMk cId="1801308433" sldId="283"/>
            <ac:spMk id="26" creationId="{3DC7D0A2-5D23-ADF6-EF23-C9D29A3F8255}"/>
          </ac:spMkLst>
        </pc:spChg>
        <pc:spChg chg="add del mod">
          <ac:chgData name="Khodabandeloo, Babak" userId="3242f5d0-fe95-4f88-8be2-dbc526982ce4" providerId="ADAL" clId="{33985D7C-CE40-416F-87AE-2A2A35139E6F}" dt="2025-11-02T09:10:00.468" v="4699" actId="478"/>
          <ac:spMkLst>
            <pc:docMk/>
            <pc:sldMk cId="1801308433" sldId="283"/>
            <ac:spMk id="28" creationId="{3370AC5E-A7D8-D14D-BC0F-6F7381C6BE34}"/>
          </ac:spMkLst>
        </pc:spChg>
        <pc:spChg chg="add mod">
          <ac:chgData name="Khodabandeloo, Babak" userId="3242f5d0-fe95-4f88-8be2-dbc526982ce4" providerId="ADAL" clId="{33985D7C-CE40-416F-87AE-2A2A35139E6F}" dt="2025-11-02T09:10:10.712" v="4707" actId="20577"/>
          <ac:spMkLst>
            <pc:docMk/>
            <pc:sldMk cId="1801308433" sldId="283"/>
            <ac:spMk id="29" creationId="{5B43F408-2BEB-691E-39B1-23C49773E2EC}"/>
          </ac:spMkLst>
        </pc:spChg>
        <pc:picChg chg="add mod">
          <ac:chgData name="Khodabandeloo, Babak" userId="3242f5d0-fe95-4f88-8be2-dbc526982ce4" providerId="ADAL" clId="{33985D7C-CE40-416F-87AE-2A2A35139E6F}" dt="2025-11-01T21:34:01.600" v="4367" actId="1076"/>
          <ac:picMkLst>
            <pc:docMk/>
            <pc:sldMk cId="1801308433" sldId="283"/>
            <ac:picMk id="4" creationId="{519A7436-967A-7557-57D4-676067B3AD2E}"/>
          </ac:picMkLst>
        </pc:picChg>
        <pc:picChg chg="add mod">
          <ac:chgData name="Khodabandeloo, Babak" userId="3242f5d0-fe95-4f88-8be2-dbc526982ce4" providerId="ADAL" clId="{33985D7C-CE40-416F-87AE-2A2A35139E6F}" dt="2025-11-01T21:33:54.767" v="4365"/>
          <ac:picMkLst>
            <pc:docMk/>
            <pc:sldMk cId="1801308433" sldId="283"/>
            <ac:picMk id="10" creationId="{2EB585DC-1540-2F2D-3C2C-F0A062CE8A44}"/>
          </ac:picMkLst>
        </pc:picChg>
        <pc:picChg chg="mod">
          <ac:chgData name="Khodabandeloo, Babak" userId="3242f5d0-fe95-4f88-8be2-dbc526982ce4" providerId="ADAL" clId="{33985D7C-CE40-416F-87AE-2A2A35139E6F}" dt="2025-11-01T21:33:54.767" v="4365"/>
          <ac:picMkLst>
            <pc:docMk/>
            <pc:sldMk cId="1801308433" sldId="283"/>
            <ac:picMk id="22" creationId="{298DA29B-00D2-5285-4967-20B65AD9E8E3}"/>
          </ac:picMkLst>
        </pc:picChg>
        <pc:picChg chg="mod">
          <ac:chgData name="Khodabandeloo, Babak" userId="3242f5d0-fe95-4f88-8be2-dbc526982ce4" providerId="ADAL" clId="{33985D7C-CE40-416F-87AE-2A2A35139E6F}" dt="2025-11-01T21:33:54.767" v="4365"/>
          <ac:picMkLst>
            <pc:docMk/>
            <pc:sldMk cId="1801308433" sldId="283"/>
            <ac:picMk id="25" creationId="{D7BC47EA-D908-59CA-3FFA-12DB43134260}"/>
          </ac:picMkLst>
        </pc:picChg>
      </pc:sldChg>
      <pc:sldChg chg="delSp new del mod">
        <pc:chgData name="Khodabandeloo, Babak" userId="3242f5d0-fe95-4f88-8be2-dbc526982ce4" providerId="ADAL" clId="{33985D7C-CE40-416F-87AE-2A2A35139E6F}" dt="2025-11-02T15:36:02.641" v="5251" actId="47"/>
        <pc:sldMkLst>
          <pc:docMk/>
          <pc:sldMk cId="3049916735" sldId="284"/>
        </pc:sldMkLst>
        <pc:spChg chg="del">
          <ac:chgData name="Khodabandeloo, Babak" userId="3242f5d0-fe95-4f88-8be2-dbc526982ce4" providerId="ADAL" clId="{33985D7C-CE40-416F-87AE-2A2A35139E6F}" dt="2025-11-02T15:35:59.469" v="5249" actId="478"/>
          <ac:spMkLst>
            <pc:docMk/>
            <pc:sldMk cId="3049916735" sldId="284"/>
            <ac:spMk id="2" creationId="{2B8002ED-820B-0693-5280-5B536EC4E0CE}"/>
          </ac:spMkLst>
        </pc:spChg>
        <pc:spChg chg="del">
          <ac:chgData name="Khodabandeloo, Babak" userId="3242f5d0-fe95-4f88-8be2-dbc526982ce4" providerId="ADAL" clId="{33985D7C-CE40-416F-87AE-2A2A35139E6F}" dt="2025-11-02T15:36:00.658" v="5250" actId="478"/>
          <ac:spMkLst>
            <pc:docMk/>
            <pc:sldMk cId="3049916735" sldId="284"/>
            <ac:spMk id="3" creationId="{CBACC4FC-64A1-7C03-1A07-E9F820A45C83}"/>
          </ac:spMkLst>
        </pc:spChg>
      </pc:sldChg>
    </pc:docChg>
  </pc:docChgLst>
  <pc:docChgLst>
    <pc:chgData name="Yngve Heggelund" userId="1cc98a20-dfe2-4afb-b1fc-fed705f24137" providerId="ADAL" clId="{E5AD34C6-3F75-43F3-BF6E-0BDDDF7118ED}"/>
    <pc:docChg chg="custSel addSld delSld modSld">
      <pc:chgData name="Yngve Heggelund" userId="1cc98a20-dfe2-4afb-b1fc-fed705f24137" providerId="ADAL" clId="{E5AD34C6-3F75-43F3-BF6E-0BDDDF7118ED}" dt="2025-10-28T12:06:11.899" v="267" actId="1076"/>
      <pc:docMkLst>
        <pc:docMk/>
      </pc:docMkLst>
      <pc:sldChg chg="add del">
        <pc:chgData name="Yngve Heggelund" userId="1cc98a20-dfe2-4afb-b1fc-fed705f24137" providerId="ADAL" clId="{E5AD34C6-3F75-43F3-BF6E-0BDDDF7118ED}" dt="2025-10-27T14:01:00.914" v="4" actId="47"/>
        <pc:sldMkLst>
          <pc:docMk/>
          <pc:sldMk cId="3513204489" sldId="265"/>
        </pc:sldMkLst>
      </pc:sldChg>
      <pc:sldChg chg="add del">
        <pc:chgData name="Yngve Heggelund" userId="1cc98a20-dfe2-4afb-b1fc-fed705f24137" providerId="ADAL" clId="{E5AD34C6-3F75-43F3-BF6E-0BDDDF7118ED}" dt="2025-10-27T13:52:41.186" v="2" actId="47"/>
        <pc:sldMkLst>
          <pc:docMk/>
          <pc:sldMk cId="3371760183" sldId="266"/>
        </pc:sldMkLst>
      </pc:sldChg>
      <pc:sldChg chg="add del">
        <pc:chgData name="Yngve Heggelund" userId="1cc98a20-dfe2-4afb-b1fc-fed705f24137" providerId="ADAL" clId="{E5AD34C6-3F75-43F3-BF6E-0BDDDF7118ED}" dt="2025-10-27T13:52:41.186" v="2" actId="47"/>
        <pc:sldMkLst>
          <pc:docMk/>
          <pc:sldMk cId="2214625122" sldId="267"/>
        </pc:sldMkLst>
      </pc:sldChg>
      <pc:sldChg chg="addSp modSp add mod">
        <pc:chgData name="Yngve Heggelund" userId="1cc98a20-dfe2-4afb-b1fc-fed705f24137" providerId="ADAL" clId="{E5AD34C6-3F75-43F3-BF6E-0BDDDF7118ED}" dt="2025-10-28T12:06:11.899" v="267" actId="1076"/>
        <pc:sldMkLst>
          <pc:docMk/>
          <pc:sldMk cId="1715836859" sldId="268"/>
        </pc:sldMkLst>
        <pc:spChg chg="add mod">
          <ac:chgData name="Yngve Heggelund" userId="1cc98a20-dfe2-4afb-b1fc-fed705f24137" providerId="ADAL" clId="{E5AD34C6-3F75-43F3-BF6E-0BDDDF7118ED}" dt="2025-10-28T12:06:03.809" v="265" actId="1076"/>
          <ac:spMkLst>
            <pc:docMk/>
            <pc:sldMk cId="1715836859" sldId="268"/>
            <ac:spMk id="3" creationId="{6CF5C347-3DB3-A67F-0C5E-AFDAD570BF01}"/>
          </ac:spMkLst>
        </pc:spChg>
        <pc:spChg chg="add mod">
          <ac:chgData name="Yngve Heggelund" userId="1cc98a20-dfe2-4afb-b1fc-fed705f24137" providerId="ADAL" clId="{E5AD34C6-3F75-43F3-BF6E-0BDDDF7118ED}" dt="2025-10-28T12:06:11.899" v="267" actId="1076"/>
          <ac:spMkLst>
            <pc:docMk/>
            <pc:sldMk cId="1715836859" sldId="268"/>
            <ac:spMk id="4" creationId="{F1B1EA32-D2B1-9F39-7B0E-E7386F24C372}"/>
          </ac:spMkLst>
        </pc:spChg>
      </pc:sldChg>
      <pc:sldChg chg="add">
        <pc:chgData name="Yngve Heggelund" userId="1cc98a20-dfe2-4afb-b1fc-fed705f24137" providerId="ADAL" clId="{E5AD34C6-3F75-43F3-BF6E-0BDDDF7118ED}" dt="2025-10-27T13:52:38.164" v="1"/>
        <pc:sldMkLst>
          <pc:docMk/>
          <pc:sldMk cId="3790011976" sldId="269"/>
        </pc:sldMkLst>
      </pc:sldChg>
      <pc:sldChg chg="add">
        <pc:chgData name="Yngve Heggelund" userId="1cc98a20-dfe2-4afb-b1fc-fed705f24137" providerId="ADAL" clId="{E5AD34C6-3F75-43F3-BF6E-0BDDDF7118ED}" dt="2025-10-27T14:00:58.498" v="3"/>
        <pc:sldMkLst>
          <pc:docMk/>
          <pc:sldMk cId="2095841021" sldId="270"/>
        </pc:sldMkLst>
      </pc:sldChg>
      <pc:sldChg chg="modSp new mod">
        <pc:chgData name="Yngve Heggelund" userId="1cc98a20-dfe2-4afb-b1fc-fed705f24137" providerId="ADAL" clId="{E5AD34C6-3F75-43F3-BF6E-0BDDDF7118ED}" dt="2025-10-28T08:54:44.654" v="263" actId="790"/>
        <pc:sldMkLst>
          <pc:docMk/>
          <pc:sldMk cId="3643874488" sldId="272"/>
        </pc:sldMkLst>
        <pc:spChg chg="mod">
          <ac:chgData name="Yngve Heggelund" userId="1cc98a20-dfe2-4afb-b1fc-fed705f24137" providerId="ADAL" clId="{E5AD34C6-3F75-43F3-BF6E-0BDDDF7118ED}" dt="2025-10-28T08:54:44.654" v="263" actId="790"/>
          <ac:spMkLst>
            <pc:docMk/>
            <pc:sldMk cId="3643874488" sldId="272"/>
            <ac:spMk id="2" creationId="{EC33605C-3668-EF9E-80F1-B720905B841A}"/>
          </ac:spMkLst>
        </pc:spChg>
        <pc:spChg chg="mod">
          <ac:chgData name="Yngve Heggelund" userId="1cc98a20-dfe2-4afb-b1fc-fed705f24137" providerId="ADAL" clId="{E5AD34C6-3F75-43F3-BF6E-0BDDDF7118ED}" dt="2025-10-28T08:51:07.466" v="262" actId="20577"/>
          <ac:spMkLst>
            <pc:docMk/>
            <pc:sldMk cId="3643874488" sldId="272"/>
            <ac:spMk id="3" creationId="{9879219B-FA13-5EB5-3B19-FC2B1EA5EF25}"/>
          </ac:spMkLst>
        </pc:spChg>
      </pc:sldChg>
    </pc:docChg>
  </pc:docChgLst>
  <pc:docChgLst>
    <pc:chgData name="Yngve Heggelund" userId="1cc98a20-dfe2-4afb-b1fc-fed705f24137" providerId="ADAL" clId="{BC64B180-0A74-4C41-B51B-D4CB5B7B7F78}"/>
    <pc:docChg chg="addSld delSld modSld">
      <pc:chgData name="Yngve Heggelund" userId="1cc98a20-dfe2-4afb-b1fc-fed705f24137" providerId="ADAL" clId="{BC64B180-0A74-4C41-B51B-D4CB5B7B7F78}" dt="2025-10-30T13:10:07.671" v="82" actId="47"/>
      <pc:docMkLst>
        <pc:docMk/>
      </pc:docMkLst>
      <pc:sldChg chg="del">
        <pc:chgData name="Yngve Heggelund" userId="1cc98a20-dfe2-4afb-b1fc-fed705f24137" providerId="ADAL" clId="{BC64B180-0A74-4C41-B51B-D4CB5B7B7F78}" dt="2025-10-30T13:10:07.671" v="82" actId="47"/>
        <pc:sldMkLst>
          <pc:docMk/>
          <pc:sldMk cId="1715836859" sldId="268"/>
        </pc:sldMkLst>
      </pc:sldChg>
      <pc:sldChg chg="del">
        <pc:chgData name="Yngve Heggelund" userId="1cc98a20-dfe2-4afb-b1fc-fed705f24137" providerId="ADAL" clId="{BC64B180-0A74-4C41-B51B-D4CB5B7B7F78}" dt="2025-10-30T13:10:07.671" v="82" actId="47"/>
        <pc:sldMkLst>
          <pc:docMk/>
          <pc:sldMk cId="3790011976" sldId="269"/>
        </pc:sldMkLst>
      </pc:sldChg>
      <pc:sldChg chg="modSp mod">
        <pc:chgData name="Yngve Heggelund" userId="1cc98a20-dfe2-4afb-b1fc-fed705f24137" providerId="ADAL" clId="{BC64B180-0A74-4C41-B51B-D4CB5B7B7F78}" dt="2025-10-30T12:26:15.273" v="80" actId="20577"/>
        <pc:sldMkLst>
          <pc:docMk/>
          <pc:sldMk cId="3643874488" sldId="272"/>
        </pc:sldMkLst>
        <pc:spChg chg="mod">
          <ac:chgData name="Yngve Heggelund" userId="1cc98a20-dfe2-4afb-b1fc-fed705f24137" providerId="ADAL" clId="{BC64B180-0A74-4C41-B51B-D4CB5B7B7F78}" dt="2025-10-30T12:26:15.273" v="80" actId="20577"/>
          <ac:spMkLst>
            <pc:docMk/>
            <pc:sldMk cId="3643874488" sldId="272"/>
            <ac:spMk id="3" creationId="{9879219B-FA13-5EB5-3B19-FC2B1EA5EF25}"/>
          </ac:spMkLst>
        </pc:spChg>
      </pc:sldChg>
      <pc:sldChg chg="del">
        <pc:chgData name="Yngve Heggelund" userId="1cc98a20-dfe2-4afb-b1fc-fed705f24137" providerId="ADAL" clId="{BC64B180-0A74-4C41-B51B-D4CB5B7B7F78}" dt="2025-10-30T12:11:56.124" v="0" actId="47"/>
        <pc:sldMkLst>
          <pc:docMk/>
          <pc:sldMk cId="3330540131" sldId="275"/>
        </pc:sldMkLst>
      </pc:sldChg>
      <pc:sldChg chg="add">
        <pc:chgData name="Yngve Heggelund" userId="1cc98a20-dfe2-4afb-b1fc-fed705f24137" providerId="ADAL" clId="{BC64B180-0A74-4C41-B51B-D4CB5B7B7F78}" dt="2025-10-30T13:10:04.577" v="81"/>
        <pc:sldMkLst>
          <pc:docMk/>
          <pc:sldMk cId="3047008178" sldId="279"/>
        </pc:sldMkLst>
      </pc:sldChg>
      <pc:sldChg chg="add">
        <pc:chgData name="Yngve Heggelund" userId="1cc98a20-dfe2-4afb-b1fc-fed705f24137" providerId="ADAL" clId="{BC64B180-0A74-4C41-B51B-D4CB5B7B7F78}" dt="2025-10-30T13:10:04.577" v="81"/>
        <pc:sldMkLst>
          <pc:docMk/>
          <pc:sldMk cId="357162274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2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microsoft.com/office/2007/relationships/hdphoto" Target="../media/hdphoto1.wdp"/><Relationship Id="rId5" Type="http://schemas.openxmlformats.org/officeDocument/2006/relationships/image" Target="../media/image48.png"/><Relationship Id="rId10" Type="http://schemas.openxmlformats.org/officeDocument/2006/relationships/image" Target="../media/image50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46.png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9.png"/><Relationship Id="rId7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9.png"/><Relationship Id="rId7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9.png"/><Relationship Id="rId7" Type="http://schemas.openxmlformats.org/officeDocument/2006/relationships/image" Target="../media/image65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47.png"/><Relationship Id="rId4" Type="http://schemas.openxmlformats.org/officeDocument/2006/relationships/image" Target="../media/image66.png"/><Relationship Id="rId9" Type="http://schemas.openxmlformats.org/officeDocument/2006/relationships/image" Target="../media/image6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7.jpeg"/><Relationship Id="rId7" Type="http://schemas.openxmlformats.org/officeDocument/2006/relationships/image" Target="../media/image80.pn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.png"/><Relationship Id="rId3" Type="http://schemas.openxmlformats.org/officeDocument/2006/relationships/image" Target="../media/image77.jpeg"/><Relationship Id="rId7" Type="http://schemas.openxmlformats.org/officeDocument/2006/relationships/image" Target="../media/image85.png"/><Relationship Id="rId12" Type="http://schemas.openxmlformats.org/officeDocument/2006/relationships/image" Target="../media/image15.pn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9363" y="165409"/>
            <a:ext cx="8643938" cy="2197100"/>
          </a:xfrm>
        </p:spPr>
        <p:txBody>
          <a:bodyPr>
            <a:normAutofit/>
          </a:bodyPr>
          <a:lstStyle/>
          <a:p>
            <a:r>
              <a:rPr lang="en-GB" sz="4800"/>
              <a:t>Modelling acoustic backscattering by herring</a:t>
            </a:r>
            <a:endParaRPr lang="en-US" sz="4800"/>
          </a:p>
        </p:txBody>
      </p:sp>
      <p:pic>
        <p:nvPicPr>
          <p:cNvPr id="10" name="Picture 2" descr="CRIMAC – Workshop on Fisheries acoustics and Uncrewed Surface Vehicles |  Institute of Marine Research">
            <a:extLst>
              <a:ext uri="{FF2B5EF4-FFF2-40B4-BE49-F238E27FC236}">
                <a16:creationId xmlns:a16="http://schemas.microsoft.com/office/drawing/2014/main" id="{7603BEDE-06A2-6F62-AC3E-D8484F851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2" y="5942090"/>
            <a:ext cx="1267068" cy="91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itle 13">
            <a:extLst>
              <a:ext uri="{FF2B5EF4-FFF2-40B4-BE49-F238E27FC236}">
                <a16:creationId xmlns:a16="http://schemas.microsoft.com/office/drawing/2014/main" id="{41215144-DDF5-0201-E950-4B09AD57C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5872" y="3060560"/>
            <a:ext cx="9655227" cy="2006882"/>
          </a:xfrm>
        </p:spPr>
        <p:txBody>
          <a:bodyPr>
            <a:normAutofit/>
          </a:bodyPr>
          <a:lstStyle/>
          <a:p>
            <a:pPr marL="0" marR="0" algn="l">
              <a:lnSpc>
                <a:spcPct val="107000"/>
              </a:lnSpc>
              <a:spcAft>
                <a:spcPts val="800"/>
              </a:spcAft>
            </a:pPr>
            <a:r>
              <a:rPr lang="nn-NO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Babak Khodabandeloo</a:t>
            </a:r>
            <a:r>
              <a:rPr lang="nn-NO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nn-NO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Yngve Heggelund</a:t>
            </a:r>
            <a:r>
              <a:rPr lang="nn-NO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nn-NO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Bjørnar Ystad</a:t>
            </a:r>
            <a:r>
              <a:rPr lang="nn-NO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nn-NO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Geir Pedersen</a:t>
            </a:r>
            <a:r>
              <a:rPr lang="nn-NO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GB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Aft>
                <a:spcPts val="800"/>
              </a:spcAft>
            </a:pPr>
            <a:r>
              <a:rPr lang="en-US" sz="1400" i="1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en-US" sz="14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Acoustics and Observation Methodologies Research Group, Institute of Marine Research, Bergen, Norway</a:t>
            </a:r>
            <a:endParaRPr lang="en-GB" sz="14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Aft>
                <a:spcPts val="800"/>
              </a:spcAft>
            </a:pPr>
            <a:r>
              <a:rPr lang="en-US" sz="14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14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NORCE Norwegian Research Centre AS, Bergen, Norway</a:t>
            </a:r>
            <a:endParaRPr lang="en-GB" sz="14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l">
              <a:lnSpc>
                <a:spcPct val="107000"/>
              </a:lnSpc>
              <a:spcAft>
                <a:spcPts val="800"/>
              </a:spcAft>
            </a:pPr>
            <a:endParaRPr lang="en-GB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A78887-F51A-1849-2B20-7D475056F08B}"/>
              </a:ext>
            </a:extLst>
          </p:cNvPr>
          <p:cNvSpPr txBox="1"/>
          <p:nvPr/>
        </p:nvSpPr>
        <p:spPr>
          <a:xfrm>
            <a:off x="3922227" y="64635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tx2">
                    <a:lumMod val="50000"/>
                    <a:lumOff val="50000"/>
                  </a:schemeClr>
                </a:solidFill>
              </a:rPr>
              <a:t>CRIMAC annual meeting - </a:t>
            </a:r>
            <a:r>
              <a:rPr lang="en-US" sz="2000" err="1">
                <a:solidFill>
                  <a:schemeClr val="tx2">
                    <a:lumMod val="50000"/>
                    <a:lumOff val="50000"/>
                  </a:schemeClr>
                </a:solidFill>
              </a:rPr>
              <a:t>UiB</a:t>
            </a:r>
            <a:r>
              <a:rPr lang="en-US" sz="2000">
                <a:solidFill>
                  <a:schemeClr val="tx2">
                    <a:lumMod val="50000"/>
                    <a:lumOff val="50000"/>
                  </a:schemeClr>
                </a:solidFill>
              </a:rPr>
              <a:t> - 3-4 Nov 2025 </a:t>
            </a:r>
            <a:endParaRPr lang="en-GB" sz="200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53D3-9E28-9DB0-1950-F089F994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1" y="0"/>
            <a:ext cx="7706273" cy="718613"/>
          </a:xfrm>
        </p:spPr>
        <p:txBody>
          <a:bodyPr>
            <a:normAutofit/>
          </a:bodyPr>
          <a:lstStyle/>
          <a:p>
            <a:r>
              <a:rPr lang="nb-NO" sz="3600"/>
              <a:t>Broadband </a:t>
            </a:r>
            <a:r>
              <a:rPr lang="nb-NO" sz="3600" err="1"/>
              <a:t>Herring</a:t>
            </a:r>
            <a:r>
              <a:rPr lang="nb-NO" sz="3600"/>
              <a:t> </a:t>
            </a:r>
            <a:r>
              <a:rPr lang="nb-NO" sz="3600" err="1"/>
              <a:t>school</a:t>
            </a:r>
            <a:r>
              <a:rPr lang="nb-NO" sz="3600"/>
              <a:t> (Sv(f))</a:t>
            </a:r>
            <a:endParaRPr lang="en-GB" sz="3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20952-1F90-B9A4-6FE1-C2147338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01" y="1427788"/>
            <a:ext cx="7315339" cy="4307463"/>
          </a:xfrm>
          <a:prstGeom prst="rect">
            <a:avLst/>
          </a:prstGeom>
        </p:spPr>
      </p:pic>
      <p:pic>
        <p:nvPicPr>
          <p:cNvPr id="7" name="Picture 6" descr="A black and white graph&#10;&#10;AI-generated content may be incorrect.">
            <a:extLst>
              <a:ext uri="{FF2B5EF4-FFF2-40B4-BE49-F238E27FC236}">
                <a16:creationId xmlns:a16="http://schemas.microsoft.com/office/drawing/2014/main" id="{56C42EDB-1DFC-4FFB-47DD-1F4099442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132" y="3454401"/>
            <a:ext cx="4083678" cy="2528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7F11D8-02F4-7520-DC31-278D85353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984" y="1497984"/>
            <a:ext cx="2542826" cy="1905616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7AE10B2-5A06-3ED0-343C-2072E48E4E43}"/>
              </a:ext>
            </a:extLst>
          </p:cNvPr>
          <p:cNvSpPr/>
          <p:nvPr/>
        </p:nvSpPr>
        <p:spPr>
          <a:xfrm>
            <a:off x="9862403" y="295075"/>
            <a:ext cx="1712855" cy="2518782"/>
          </a:xfrm>
          <a:prstGeom prst="triangle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9EBEA-D31D-1752-1B72-255D82689182}"/>
              </a:ext>
            </a:extLst>
          </p:cNvPr>
          <p:cNvSpPr txBox="1"/>
          <p:nvPr/>
        </p:nvSpPr>
        <p:spPr>
          <a:xfrm>
            <a:off x="10975903" y="30309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(0, 0, 0)</a:t>
            </a:r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2286A1-E405-BBBA-9F14-70148DD1098B}"/>
              </a:ext>
            </a:extLst>
          </p:cNvPr>
          <p:cNvSpPr/>
          <p:nvPr/>
        </p:nvSpPr>
        <p:spPr>
          <a:xfrm>
            <a:off x="10634744" y="283466"/>
            <a:ext cx="271306" cy="110531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 extrusionH="69850">
            <a:bevelT w="6350" h="1206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594F64-90F9-6CF9-3DB4-AA19A3B04583}"/>
              </a:ext>
            </a:extLst>
          </p:cNvPr>
          <p:cNvSpPr txBox="1"/>
          <p:nvPr/>
        </p:nvSpPr>
        <p:spPr>
          <a:xfrm>
            <a:off x="94621" y="721868"/>
            <a:ext cx="3954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noProof="0" dirty="0"/>
              <a:t>Field measurement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319932-3DFE-CE8A-26B1-BD998B6F599A}"/>
              </a:ext>
            </a:extLst>
          </p:cNvPr>
          <p:cNvSpPr txBox="1"/>
          <p:nvPr/>
        </p:nvSpPr>
        <p:spPr>
          <a:xfrm>
            <a:off x="7848459" y="721868"/>
            <a:ext cx="21847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Modeled:</a:t>
            </a:r>
            <a:endParaRPr lang="en-US" sz="28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9F89B-0DD9-B511-0243-7C8807D0EB56}"/>
              </a:ext>
            </a:extLst>
          </p:cNvPr>
          <p:cNvSpPr txBox="1"/>
          <p:nvPr/>
        </p:nvSpPr>
        <p:spPr>
          <a:xfrm>
            <a:off x="1686515" y="6181034"/>
            <a:ext cx="8818970" cy="5539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274320" tIns="91440" rIns="274320" bIns="91440">
            <a:spAutoFit/>
          </a:bodyPr>
          <a:lstStyle/>
          <a:p>
            <a:r>
              <a:rPr lang="en-US" sz="2400" noProof="0"/>
              <a:t>Can we model broadband backscattering from Herring school?</a:t>
            </a:r>
          </a:p>
        </p:txBody>
      </p:sp>
    </p:spTree>
    <p:extLst>
      <p:ext uri="{BB962C8B-B14F-4D97-AF65-F5344CB8AC3E}">
        <p14:creationId xmlns:p14="http://schemas.microsoft.com/office/powerpoint/2010/main" val="401661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DA57-5A6E-CFF0-D9C0-0E665E8E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21" y="262843"/>
            <a:ext cx="5298991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TS from </a:t>
            </a:r>
            <a:r>
              <a:rPr lang="en-US" sz="4000" dirty="0" err="1"/>
              <a:t>swimbladder</a:t>
            </a:r>
            <a:r>
              <a:rPr lang="en-US" sz="4000" dirty="0"/>
              <a:t> modeled as a prolate spheroid</a:t>
            </a:r>
            <a:endParaRPr lang="en-US" sz="4000" noProof="0" dirty="0"/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28DCC72F-7E76-E50B-D9B5-3078BEA7A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90" y="2683187"/>
            <a:ext cx="6625144" cy="4061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45329A-91CD-7657-13E0-B89ED5B2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58" y="369814"/>
            <a:ext cx="4166608" cy="326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CAB960-DEF0-B573-91C1-DC2ADF566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975" y="4074237"/>
            <a:ext cx="2854724" cy="271033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0A722C9-D945-A606-BB3A-AB3B6B295789}"/>
              </a:ext>
            </a:extLst>
          </p:cNvPr>
          <p:cNvGrpSpPr/>
          <p:nvPr/>
        </p:nvGrpSpPr>
        <p:grpSpPr>
          <a:xfrm>
            <a:off x="4014728" y="356636"/>
            <a:ext cx="2958980" cy="1835751"/>
            <a:chOff x="8875292" y="462808"/>
            <a:chExt cx="3286901" cy="203919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2E11839-53CF-EDF1-38EF-26A126558550}"/>
                </a:ext>
              </a:extLst>
            </p:cNvPr>
            <p:cNvGrpSpPr/>
            <p:nvPr/>
          </p:nvGrpSpPr>
          <p:grpSpPr>
            <a:xfrm rot="20866388">
              <a:off x="8875292" y="1533446"/>
              <a:ext cx="3091048" cy="519644"/>
              <a:chOff x="164960" y="5773432"/>
              <a:chExt cx="3091048" cy="519644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85E977F-948E-AA1D-B591-423C37B3A8F8}"/>
                  </a:ext>
                </a:extLst>
              </p:cNvPr>
              <p:cNvSpPr/>
              <p:nvPr/>
            </p:nvSpPr>
            <p:spPr>
              <a:xfrm rot="16200000">
                <a:off x="1421121" y="4887205"/>
                <a:ext cx="519644" cy="229209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2"/>
                </a:solidFill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8DACAB4-6F6F-B52C-6EB6-8DDAE73584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4960" y="6033254"/>
                <a:ext cx="3091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1FD8499-9A8E-FFB0-B3C2-98DC6B34D2DE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274" y="880654"/>
              <a:ext cx="0" cy="912613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8BDD05-6A92-347C-C5B9-E5F08F89C7BC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274" y="616428"/>
              <a:ext cx="0" cy="547724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olid"/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A1895C3-0D5B-941C-72AE-E9D33103025C}"/>
                </a:ext>
              </a:extLst>
            </p:cNvPr>
            <p:cNvCxnSpPr/>
            <p:nvPr/>
          </p:nvCxnSpPr>
          <p:spPr>
            <a:xfrm>
              <a:off x="10206623" y="772589"/>
              <a:ext cx="3906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45122C-0B59-A59A-80AA-57A5BFCCADF3}"/>
                </a:ext>
              </a:extLst>
            </p:cNvPr>
            <p:cNvCxnSpPr/>
            <p:nvPr/>
          </p:nvCxnSpPr>
          <p:spPr>
            <a:xfrm>
              <a:off x="10206623" y="839783"/>
              <a:ext cx="3906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1B15B37-8E7F-3DDF-A224-7E1CB5FACAB0}"/>
                </a:ext>
              </a:extLst>
            </p:cNvPr>
            <p:cNvCxnSpPr/>
            <p:nvPr/>
          </p:nvCxnSpPr>
          <p:spPr>
            <a:xfrm>
              <a:off x="10206623" y="707473"/>
              <a:ext cx="3906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96A0E24-CA7E-59B6-6325-D7D1FA3D999E}"/>
                    </a:ext>
                  </a:extLst>
                </p:cNvPr>
                <p:cNvSpPr txBox="1"/>
                <p:nvPr/>
              </p:nvSpPr>
              <p:spPr>
                <a:xfrm>
                  <a:off x="10562624" y="1100629"/>
                  <a:ext cx="194274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96A0E24-CA7E-59B6-6325-D7D1FA3D9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2624" y="1100629"/>
                  <a:ext cx="194274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67857" r="-71429" b="-4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BE6EC55B-61BF-303F-4055-5A1002C3E200}"/>
                </a:ext>
              </a:extLst>
            </p:cNvPr>
            <p:cNvSpPr/>
            <p:nvPr/>
          </p:nvSpPr>
          <p:spPr>
            <a:xfrm>
              <a:off x="9946769" y="1366765"/>
              <a:ext cx="889009" cy="1135236"/>
            </a:xfrm>
            <a:prstGeom prst="arc">
              <a:avLst>
                <a:gd name="adj1" fmla="val 16200000"/>
                <a:gd name="adj2" fmla="val 1985138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CDB4C1-AC32-8FF9-B122-84A4BB875E97}"/>
                </a:ext>
              </a:extLst>
            </p:cNvPr>
            <p:cNvSpPr txBox="1"/>
            <p:nvPr/>
          </p:nvSpPr>
          <p:spPr>
            <a:xfrm>
              <a:off x="10768670" y="462808"/>
              <a:ext cx="1393523" cy="649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Incident wave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6C55D2-6EF8-D071-8EAB-D6CC979C0337}"/>
                  </a:ext>
                </a:extLst>
              </p:cNvPr>
              <p:cNvSpPr txBox="1"/>
              <p:nvPr/>
            </p:nvSpPr>
            <p:spPr>
              <a:xfrm>
                <a:off x="2323548" y="2079206"/>
                <a:ext cx="45985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High accuracy for all angles:  </a:t>
                </a:r>
                <a:r>
                  <a:rPr lang="nb-NO" dirty="0"/>
                  <a:t>0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6C55D2-6EF8-D071-8EAB-D6CC979C0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548" y="2079206"/>
                <a:ext cx="4598505" cy="369332"/>
              </a:xfrm>
              <a:prstGeom prst="rect">
                <a:avLst/>
              </a:prstGeom>
              <a:blipFill>
                <a:blip r:embed="rId6"/>
                <a:stretch>
                  <a:fillRect l="-1060"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97ECA82-E182-0AC7-C14C-2FB82FF251CF}"/>
              </a:ext>
            </a:extLst>
          </p:cNvPr>
          <p:cNvSpPr txBox="1"/>
          <p:nvPr/>
        </p:nvSpPr>
        <p:spPr>
          <a:xfrm>
            <a:off x="6973708" y="3638271"/>
            <a:ext cx="521829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Open-source software: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F61A78-03C4-2AA6-EAD2-578458E749BD}"/>
              </a:ext>
            </a:extLst>
          </p:cNvPr>
          <p:cNvSpPr txBox="1"/>
          <p:nvPr/>
        </p:nvSpPr>
        <p:spPr>
          <a:xfrm>
            <a:off x="6922053" y="482"/>
            <a:ext cx="526994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Publication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045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A0783358-3B0F-0CD9-6426-3DDB3969C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53" y="1260017"/>
            <a:ext cx="3962689" cy="2225354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4E79C972-ECB2-24FC-CF14-5AD75F6112CF}"/>
              </a:ext>
            </a:extLst>
          </p:cNvPr>
          <p:cNvGrpSpPr/>
          <p:nvPr/>
        </p:nvGrpSpPr>
        <p:grpSpPr>
          <a:xfrm>
            <a:off x="8765584" y="48586"/>
            <a:ext cx="3375844" cy="2620081"/>
            <a:chOff x="341069" y="3665154"/>
            <a:chExt cx="3529655" cy="2739458"/>
          </a:xfrm>
        </p:grpSpPr>
        <p:pic>
          <p:nvPicPr>
            <p:cNvPr id="70" name="Picture 69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F41A6DF8-B653-6812-DEA0-ABDD1196D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069" y="3665154"/>
              <a:ext cx="3529655" cy="27394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1E5B8E4-0E5A-EBE0-C806-7E4E1C12F921}"/>
                    </a:ext>
                  </a:extLst>
                </p:cNvPr>
                <p:cNvSpPr txBox="1"/>
                <p:nvPr/>
              </p:nvSpPr>
              <p:spPr>
                <a:xfrm>
                  <a:off x="1773696" y="3804304"/>
                  <a:ext cx="8529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=8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1E5B8E4-0E5A-EBE0-C806-7E4E1C12F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3696" y="3804304"/>
                  <a:ext cx="85292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0000" r="-6429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07ADD76-7391-6400-CED8-50D7B6DCEB1A}"/>
              </a:ext>
            </a:extLst>
          </p:cNvPr>
          <p:cNvGrpSpPr/>
          <p:nvPr/>
        </p:nvGrpSpPr>
        <p:grpSpPr>
          <a:xfrm>
            <a:off x="5171457" y="2770185"/>
            <a:ext cx="3375844" cy="2620081"/>
            <a:chOff x="4493707" y="3631197"/>
            <a:chExt cx="3529655" cy="2739458"/>
          </a:xfrm>
        </p:grpSpPr>
        <p:pic>
          <p:nvPicPr>
            <p:cNvPr id="74" name="Picture 73" descr="A graph of a graph&#10;&#10;AI-generated content may be incorrect.">
              <a:extLst>
                <a:ext uri="{FF2B5EF4-FFF2-40B4-BE49-F238E27FC236}">
                  <a16:creationId xmlns:a16="http://schemas.microsoft.com/office/drawing/2014/main" id="{54BAD892-6881-B0A6-FC4D-C7B90ABB9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3707" y="3631197"/>
              <a:ext cx="3529655" cy="27394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0A25B0A-A1AA-0805-C194-F74334912892}"/>
                    </a:ext>
                  </a:extLst>
                </p:cNvPr>
                <p:cNvSpPr txBox="1"/>
                <p:nvPr/>
              </p:nvSpPr>
              <p:spPr>
                <a:xfrm>
                  <a:off x="5926433" y="3798521"/>
                  <a:ext cx="8529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0A25B0A-A1AA-0805-C194-F74334912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433" y="3798521"/>
                  <a:ext cx="85292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9286" r="-7143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AC7E07B-0DA5-F526-5809-301826BE0814}"/>
              </a:ext>
            </a:extLst>
          </p:cNvPr>
          <p:cNvGrpSpPr/>
          <p:nvPr/>
        </p:nvGrpSpPr>
        <p:grpSpPr>
          <a:xfrm>
            <a:off x="8788414" y="2844231"/>
            <a:ext cx="3375844" cy="2620081"/>
            <a:chOff x="8605123" y="3631197"/>
            <a:chExt cx="3529655" cy="2739458"/>
          </a:xfrm>
        </p:grpSpPr>
        <p:pic>
          <p:nvPicPr>
            <p:cNvPr id="72" name="Picture 71" descr="A graph of a graph&#10;&#10;AI-generated content may be incorrect.">
              <a:extLst>
                <a:ext uri="{FF2B5EF4-FFF2-40B4-BE49-F238E27FC236}">
                  <a16:creationId xmlns:a16="http://schemas.microsoft.com/office/drawing/2014/main" id="{848F9334-62DA-5E80-E9CB-9E602AAFC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5123" y="3631197"/>
              <a:ext cx="3529655" cy="27394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765B9F3-DC36-2151-8B1F-36C08E9F4DD6}"/>
                    </a:ext>
                  </a:extLst>
                </p:cNvPr>
                <p:cNvSpPr txBox="1"/>
                <p:nvPr/>
              </p:nvSpPr>
              <p:spPr>
                <a:xfrm>
                  <a:off x="10123023" y="3796659"/>
                  <a:ext cx="8529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765B9F3-DC36-2151-8B1F-36C08E9F4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3023" y="3796659"/>
                  <a:ext cx="85292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000" r="-6429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8E7E17-63DE-6A80-294A-4ED9745BE70D}"/>
              </a:ext>
            </a:extLst>
          </p:cNvPr>
          <p:cNvGrpSpPr/>
          <p:nvPr/>
        </p:nvGrpSpPr>
        <p:grpSpPr>
          <a:xfrm>
            <a:off x="2065753" y="3553547"/>
            <a:ext cx="3105704" cy="2914320"/>
            <a:chOff x="1193800" y="222640"/>
            <a:chExt cx="4003199" cy="375650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948FBD-C93E-6D0A-C579-532FE29C3FC4}"/>
                </a:ext>
              </a:extLst>
            </p:cNvPr>
            <p:cNvGrpSpPr/>
            <p:nvPr/>
          </p:nvGrpSpPr>
          <p:grpSpPr>
            <a:xfrm>
              <a:off x="1193800" y="222640"/>
              <a:ext cx="4003199" cy="1900628"/>
              <a:chOff x="1193800" y="222640"/>
              <a:chExt cx="4003199" cy="190062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10D0445-1FEF-3C1F-A81E-3B812AAF74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0725" y="808635"/>
                <a:ext cx="2991267" cy="1314633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F4B9958-8B15-32CF-525E-5D24E95C7FFA}"/>
                  </a:ext>
                </a:extLst>
              </p:cNvPr>
              <p:cNvSpPr/>
              <p:nvPr/>
            </p:nvSpPr>
            <p:spPr>
              <a:xfrm rot="236189">
                <a:off x="3287925" y="1382405"/>
                <a:ext cx="177914" cy="15102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D8B4355-A9B0-FC0F-5C84-8CEFA685C8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991" y="364332"/>
                <a:ext cx="0" cy="54772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42FFCCC-9AFB-1BA1-9846-0B35F63233C4}"/>
                  </a:ext>
                </a:extLst>
              </p:cNvPr>
              <p:cNvCxnSpPr/>
              <p:nvPr/>
            </p:nvCxnSpPr>
            <p:spPr>
              <a:xfrm>
                <a:off x="2994340" y="520493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BFD9ED31-F1C1-9A7E-E760-700C230AFDBD}"/>
                  </a:ext>
                </a:extLst>
              </p:cNvPr>
              <p:cNvCxnSpPr/>
              <p:nvPr/>
            </p:nvCxnSpPr>
            <p:spPr>
              <a:xfrm>
                <a:off x="2994340" y="587687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7BFEDB2-E506-77F0-D260-FE1F2160E582}"/>
                  </a:ext>
                </a:extLst>
              </p:cNvPr>
              <p:cNvCxnSpPr/>
              <p:nvPr/>
            </p:nvCxnSpPr>
            <p:spPr>
              <a:xfrm>
                <a:off x="2994340" y="455377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C988827-1819-6A05-2AB0-5A2CF9BEB413}"/>
                  </a:ext>
                </a:extLst>
              </p:cNvPr>
              <p:cNvSpPr txBox="1"/>
              <p:nvPr/>
            </p:nvSpPr>
            <p:spPr>
              <a:xfrm>
                <a:off x="1811738" y="222640"/>
                <a:ext cx="1191608" cy="753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Incident wave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82EAA01-E3F0-0FB2-A073-D51B953BC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1438249"/>
                <a:ext cx="4003199" cy="2044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43FC6B4-58C3-C98C-9FF4-52887625AB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82950" y="716668"/>
                <a:ext cx="43656" cy="8136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98364102-A06E-0A5C-D2D2-FE78395489A8}"/>
                      </a:ext>
                    </a:extLst>
                  </p:cNvPr>
                  <p:cNvSpPr txBox="1"/>
                  <p:nvPr/>
                </p:nvSpPr>
                <p:spPr>
                  <a:xfrm>
                    <a:off x="4076605" y="624322"/>
                    <a:ext cx="194274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0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98364102-A06E-0A5C-D2D2-FE78395489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6605" y="624322"/>
                    <a:ext cx="194274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76000" r="-92000" b="-6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DAF61316-5D6A-1172-5B82-41635E97C52B}"/>
                </a:ext>
              </a:extLst>
            </p:cNvPr>
            <p:cNvSpPr/>
            <p:nvPr/>
          </p:nvSpPr>
          <p:spPr>
            <a:xfrm>
              <a:off x="1777937" y="651552"/>
              <a:ext cx="2852519" cy="3327596"/>
            </a:xfrm>
            <a:prstGeom prst="arc">
              <a:avLst>
                <a:gd name="adj1" fmla="val 16200000"/>
                <a:gd name="adj2" fmla="val 1985138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51F254C-2C50-D1EA-F4F5-95800C0BFEB6}"/>
              </a:ext>
            </a:extLst>
          </p:cNvPr>
          <p:cNvGrpSpPr/>
          <p:nvPr/>
        </p:nvGrpSpPr>
        <p:grpSpPr>
          <a:xfrm>
            <a:off x="5155827" y="30727"/>
            <a:ext cx="3375844" cy="2620081"/>
            <a:chOff x="8605123" y="125979"/>
            <a:chExt cx="3529655" cy="2739458"/>
          </a:xfrm>
        </p:grpSpPr>
        <p:pic>
          <p:nvPicPr>
            <p:cNvPr id="76" name="Picture 75" descr="A graph of a graph&#10;&#10;AI-generated content may be incorrect.">
              <a:extLst>
                <a:ext uri="{FF2B5EF4-FFF2-40B4-BE49-F238E27FC236}">
                  <a16:creationId xmlns:a16="http://schemas.microsoft.com/office/drawing/2014/main" id="{E61F99F3-0610-168F-E43A-92148961E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5123" y="125979"/>
              <a:ext cx="3529655" cy="27394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F0CE8AE-0571-D5C5-00F4-D39A7C8585A0}"/>
                    </a:ext>
                  </a:extLst>
                </p:cNvPr>
                <p:cNvSpPr txBox="1"/>
                <p:nvPr/>
              </p:nvSpPr>
              <p:spPr>
                <a:xfrm>
                  <a:off x="10123023" y="286465"/>
                  <a:ext cx="8529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90</m:t>
                        </m:r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F0CE8AE-0571-D5C5-00F4-D39A7C858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3023" y="286465"/>
                  <a:ext cx="852926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0000" r="-6429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5627974-98D4-7A4E-4BE3-3B5D521CC102}"/>
              </a:ext>
            </a:extLst>
          </p:cNvPr>
          <p:cNvSpPr txBox="1"/>
          <p:nvPr/>
        </p:nvSpPr>
        <p:spPr>
          <a:xfrm>
            <a:off x="-7129" y="5059079"/>
            <a:ext cx="37705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With </a:t>
            </a:r>
            <a:r>
              <a:rPr lang="en-GB" sz="1600" b="1" dirty="0"/>
              <a:t>same volume</a:t>
            </a:r>
            <a:r>
              <a:rPr lang="en-GB" sz="1600" dirty="0"/>
              <a:t> and </a:t>
            </a:r>
            <a:r>
              <a:rPr lang="en-GB" sz="1600" b="1" dirty="0"/>
              <a:t>length</a:t>
            </a:r>
            <a:r>
              <a:rPr lang="en-GB" sz="1600" dirty="0"/>
              <a:t> as the scanned </a:t>
            </a:r>
            <a:r>
              <a:rPr lang="en-GB" sz="1600" dirty="0" err="1"/>
              <a:t>swimbladder</a:t>
            </a:r>
            <a:r>
              <a:rPr lang="en-GB" sz="1600" dirty="0"/>
              <a:t>: </a:t>
            </a:r>
          </a:p>
          <a:p>
            <a:r>
              <a:rPr lang="en-GB" sz="1600" dirty="0"/>
              <a:t>a=0.0407 m</a:t>
            </a:r>
          </a:p>
          <a:p>
            <a:r>
              <a:rPr lang="en-GB" sz="1600" dirty="0"/>
              <a:t>b=0.0039 m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B90426D-994A-C336-BEEE-555982CAB8A2}"/>
              </a:ext>
            </a:extLst>
          </p:cNvPr>
          <p:cNvGrpSpPr/>
          <p:nvPr/>
        </p:nvGrpSpPr>
        <p:grpSpPr>
          <a:xfrm>
            <a:off x="1981774" y="5081905"/>
            <a:ext cx="2971285" cy="1646467"/>
            <a:chOff x="4661318" y="1385402"/>
            <a:chExt cx="3555146" cy="197000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D93C634-97FE-B973-036C-DDD9853562BD}"/>
                </a:ext>
              </a:extLst>
            </p:cNvPr>
            <p:cNvGrpSpPr/>
            <p:nvPr/>
          </p:nvGrpSpPr>
          <p:grpSpPr>
            <a:xfrm>
              <a:off x="5125416" y="1385402"/>
              <a:ext cx="3091048" cy="1970000"/>
              <a:chOff x="8875292" y="532001"/>
              <a:chExt cx="3091048" cy="1970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9AC9E17-7637-4021-138E-41064568E003}"/>
                  </a:ext>
                </a:extLst>
              </p:cNvPr>
              <p:cNvGrpSpPr/>
              <p:nvPr/>
            </p:nvGrpSpPr>
            <p:grpSpPr>
              <a:xfrm rot="20866388">
                <a:off x="8875292" y="1533446"/>
                <a:ext cx="3091048" cy="519644"/>
                <a:chOff x="164960" y="5773432"/>
                <a:chExt cx="3091048" cy="519644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56705A80-7BDB-D7E1-4E29-66AE69D77446}"/>
                    </a:ext>
                  </a:extLst>
                </p:cNvPr>
                <p:cNvSpPr/>
                <p:nvPr/>
              </p:nvSpPr>
              <p:spPr>
                <a:xfrm rot="16200000">
                  <a:off x="1421121" y="4887205"/>
                  <a:ext cx="519644" cy="229209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solidFill>
                    <a:schemeClr val="tx2"/>
                  </a:solidFill>
                </a:ln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0DFCA2D2-864E-C43B-741A-052AD7BE0F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4960" y="6033254"/>
                  <a:ext cx="309104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prstDash val="das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F992EDE-4E3E-3E86-7E0A-6ADEA2D399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1274" y="880654"/>
                <a:ext cx="0" cy="91261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CD9B2A0-5018-A46A-554F-F11E8D6C2E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91274" y="616428"/>
                <a:ext cx="0" cy="54772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54AF75D-0523-7D2D-E80E-F532E98CD76C}"/>
                  </a:ext>
                </a:extLst>
              </p:cNvPr>
              <p:cNvCxnSpPr/>
              <p:nvPr/>
            </p:nvCxnSpPr>
            <p:spPr>
              <a:xfrm>
                <a:off x="10206623" y="772589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A7AD5AC-6545-4EC5-69A6-41522032DE66}"/>
                  </a:ext>
                </a:extLst>
              </p:cNvPr>
              <p:cNvCxnSpPr/>
              <p:nvPr/>
            </p:nvCxnSpPr>
            <p:spPr>
              <a:xfrm>
                <a:off x="10206623" y="839783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EF2DBAC-9F68-7943-1EE4-FD8F8959399C}"/>
                  </a:ext>
                </a:extLst>
              </p:cNvPr>
              <p:cNvCxnSpPr/>
              <p:nvPr/>
            </p:nvCxnSpPr>
            <p:spPr>
              <a:xfrm>
                <a:off x="10206623" y="707473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5B8B353-DE03-889F-8D57-BB326E07279A}"/>
                      </a:ext>
                    </a:extLst>
                  </p:cNvPr>
                  <p:cNvSpPr txBox="1"/>
                  <p:nvPr/>
                </p:nvSpPr>
                <p:spPr>
                  <a:xfrm>
                    <a:off x="10574417" y="1088688"/>
                    <a:ext cx="194273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0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5B8B353-DE03-889F-8D57-BB326E0727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74417" y="1088688"/>
                    <a:ext cx="194273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70370" r="-77778" b="-5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2BFA19FD-1461-ED6E-D040-664D5CECA5EF}"/>
                  </a:ext>
                </a:extLst>
              </p:cNvPr>
              <p:cNvSpPr/>
              <p:nvPr/>
            </p:nvSpPr>
            <p:spPr>
              <a:xfrm>
                <a:off x="9946769" y="1366765"/>
                <a:ext cx="889009" cy="1135236"/>
              </a:xfrm>
              <a:prstGeom prst="arc">
                <a:avLst>
                  <a:gd name="adj1" fmla="val 16200000"/>
                  <a:gd name="adj2" fmla="val 19851387"/>
                </a:avLst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CB9276A-28E2-AB79-FC98-50557E27506E}"/>
                  </a:ext>
                </a:extLst>
              </p:cNvPr>
              <p:cNvSpPr txBox="1"/>
              <p:nvPr/>
            </p:nvSpPr>
            <p:spPr>
              <a:xfrm>
                <a:off x="10696233" y="532001"/>
                <a:ext cx="1235044" cy="58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>
                    <a:latin typeface="Arial" panose="020B0604020202020204" pitchFamily="34" charset="0"/>
                    <a:cs typeface="Arial" panose="020B0604020202020204" pitchFamily="34" charset="0"/>
                  </a:rPr>
                  <a:t>Incident wave</a:t>
                </a: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38B5377-C1F2-FB69-9C2A-B7FE2D55D731}"/>
                </a:ext>
              </a:extLst>
            </p:cNvPr>
            <p:cNvSpPr/>
            <p:nvPr/>
          </p:nvSpPr>
          <p:spPr>
            <a:xfrm rot="20821737">
              <a:off x="6555116" y="2396265"/>
              <a:ext cx="231646" cy="500603"/>
            </a:xfrm>
            <a:prstGeom prst="ellipse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0EE8439-8B92-3903-069C-0452B2046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2272" y="2779645"/>
              <a:ext cx="2209800" cy="52812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A633898-1FDE-B593-9766-646C51AB8D5C}"/>
                    </a:ext>
                  </a:extLst>
                </p:cNvPr>
                <p:cNvSpPr txBox="1"/>
                <p:nvPr/>
              </p:nvSpPr>
              <p:spPr>
                <a:xfrm rot="20763624">
                  <a:off x="6563534" y="3008612"/>
                  <a:ext cx="306843" cy="2011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A633898-1FDE-B593-9766-646C51AB8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63624">
                  <a:off x="6563534" y="3008612"/>
                  <a:ext cx="306843" cy="201187"/>
                </a:xfrm>
                <a:prstGeom prst="rect">
                  <a:avLst/>
                </a:prstGeom>
                <a:blipFill>
                  <a:blip r:embed="rId13"/>
                  <a:stretch>
                    <a:fillRect r="-67347" b="-6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EE58675-DD81-D542-4385-12213ABAB81D}"/>
                    </a:ext>
                  </a:extLst>
                </p:cNvPr>
                <p:cNvSpPr txBox="1"/>
                <p:nvPr/>
              </p:nvSpPr>
              <p:spPr>
                <a:xfrm rot="21021293">
                  <a:off x="4661318" y="2859042"/>
                  <a:ext cx="4295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EE58675-DD81-D542-4385-12213ABA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21293">
                  <a:off x="4661318" y="2859042"/>
                  <a:ext cx="429567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1617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43F832C-BDD6-0B84-C32D-6E5FB75EA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78391" y="2742225"/>
              <a:ext cx="108320" cy="50157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C18A086-1813-3998-54ED-68FE3FAAEC15}"/>
              </a:ext>
            </a:extLst>
          </p:cNvPr>
          <p:cNvSpPr txBox="1"/>
          <p:nvPr/>
        </p:nvSpPr>
        <p:spPr>
          <a:xfrm>
            <a:off x="-7129" y="-7413"/>
            <a:ext cx="5371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Can a Prolate Spheroid Acoustically Represent the Herring </a:t>
            </a:r>
            <a:r>
              <a:rPr lang="en-US" sz="2400" dirty="0" err="1"/>
              <a:t>Swimbladder</a:t>
            </a:r>
            <a:r>
              <a:rPr lang="en-US" sz="2400" dirty="0"/>
              <a:t>? </a:t>
            </a:r>
            <a:endParaRPr lang="en-GB" sz="2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89646C-10C9-62AB-5A4C-71793D65D505}"/>
              </a:ext>
            </a:extLst>
          </p:cNvPr>
          <p:cNvSpPr txBox="1"/>
          <p:nvPr/>
        </p:nvSpPr>
        <p:spPr>
          <a:xfrm>
            <a:off x="5565184" y="5741320"/>
            <a:ext cx="6400800" cy="8002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82880" tIns="91440" rIns="182880" bIns="91440">
            <a:spAutoFit/>
          </a:bodyPr>
          <a:lstStyle/>
          <a:p>
            <a:r>
              <a:rPr lang="en-US" sz="2000" dirty="0"/>
              <a:t>Prolate spheroid provides a good approximation of TS magnitude for different tilt angles.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99090-6CA0-1A2B-FE4E-B1209EB4740C}"/>
              </a:ext>
            </a:extLst>
          </p:cNvPr>
          <p:cNvSpPr txBox="1"/>
          <p:nvPr/>
        </p:nvSpPr>
        <p:spPr>
          <a:xfrm>
            <a:off x="911167" y="1213827"/>
            <a:ext cx="3019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CT scan of herring </a:t>
            </a:r>
            <a:r>
              <a:rPr lang="en-US" sz="1600" dirty="0" err="1"/>
              <a:t>swimbladder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35535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5BE2-5998-6F5E-C2EB-3C9443F0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553200" cy="573227"/>
          </a:xfrm>
        </p:spPr>
        <p:txBody>
          <a:bodyPr>
            <a:normAutofit/>
          </a:bodyPr>
          <a:lstStyle/>
          <a:p>
            <a:r>
              <a:rPr lang="en-US" sz="2800" noProof="0"/>
              <a:t>Superposition for modeling fish school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79AC0D-2921-A81B-BD1E-C9A813A594CD}"/>
                  </a:ext>
                </a:extLst>
              </p:cNvPr>
              <p:cNvSpPr txBox="1"/>
              <p:nvPr/>
            </p:nvSpPr>
            <p:spPr>
              <a:xfrm>
                <a:off x="738629" y="1793507"/>
                <a:ext cx="243105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𝑠𝑐𝑎𝑡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𝑠𝑟𝑐</m:t>
                          </m:r>
                        </m:sub>
                      </m:sSub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  <m:sSub>
                                <m:sSubPr>
                                  <m:ctrlP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𝑏𝑠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79AC0D-2921-A81B-BD1E-C9A813A59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29" y="1793507"/>
                <a:ext cx="2431050" cy="622350"/>
              </a:xfrm>
              <a:prstGeom prst="rect">
                <a:avLst/>
              </a:prstGeom>
              <a:blipFill>
                <a:blip r:embed="rId2"/>
                <a:stretch>
                  <a:fillRect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91DCBE-1533-143B-2263-FC53207DDB6A}"/>
                  </a:ext>
                </a:extLst>
              </p:cNvPr>
              <p:cNvSpPr txBox="1"/>
              <p:nvPr/>
            </p:nvSpPr>
            <p:spPr>
              <a:xfrm>
                <a:off x="6226384" y="1592183"/>
                <a:ext cx="3296329" cy="90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𝑠𝑐𝑎𝑡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𝑠𝑟𝑐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b-NO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b-NO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𝑖𝑘</m:t>
                                  </m:r>
                                  <m:sSub>
                                    <m:sSubPr>
                                      <m:ctrlPr>
                                        <a:rPr lang="nb-N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nb-NO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nb-NO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𝑏𝑠</m:t>
                              </m:r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91DCBE-1533-143B-2263-FC53207D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384" y="1592183"/>
                <a:ext cx="3296329" cy="900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6542BA-01C8-B1F3-53A4-668E1FABB2B2}"/>
                  </a:ext>
                </a:extLst>
              </p:cNvPr>
              <p:cNvSpPr txBox="1"/>
              <p:nvPr/>
            </p:nvSpPr>
            <p:spPr>
              <a:xfrm>
                <a:off x="586138" y="758859"/>
                <a:ext cx="3248025" cy="705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noProof="0"/>
                  <a:t>Scattered pressure from One fish, located 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b-NO" sz="1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6542BA-01C8-B1F3-53A4-668E1FABB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38" y="758859"/>
                <a:ext cx="3248025" cy="705642"/>
              </a:xfrm>
              <a:prstGeom prst="rect">
                <a:avLst/>
              </a:prstGeom>
              <a:blipFill>
                <a:blip r:embed="rId4"/>
                <a:stretch>
                  <a:fillRect l="-1501" t="-4310" b="-9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AEBDB195-E2E3-B750-20BC-F0BF71D61361}"/>
              </a:ext>
            </a:extLst>
          </p:cNvPr>
          <p:cNvGrpSpPr/>
          <p:nvPr/>
        </p:nvGrpSpPr>
        <p:grpSpPr>
          <a:xfrm>
            <a:off x="3534477" y="640112"/>
            <a:ext cx="1635418" cy="2217802"/>
            <a:chOff x="7668326" y="138998"/>
            <a:chExt cx="1906113" cy="2584894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AA2823C-FCC7-6B06-5FA8-273AE8FEB2DF}"/>
                </a:ext>
              </a:extLst>
            </p:cNvPr>
            <p:cNvSpPr/>
            <p:nvPr/>
          </p:nvSpPr>
          <p:spPr>
            <a:xfrm>
              <a:off x="7668326" y="205110"/>
              <a:ext cx="1712855" cy="2518782"/>
            </a:xfrm>
            <a:prstGeom prst="triangle">
              <a:avLst/>
            </a:prstGeom>
            <a:solidFill>
              <a:srgbClr val="FFFF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3F241D-8B0D-4C9C-0546-F6CA37329A54}"/>
                </a:ext>
              </a:extLst>
            </p:cNvPr>
            <p:cNvSpPr txBox="1"/>
            <p:nvPr/>
          </p:nvSpPr>
          <p:spPr>
            <a:xfrm>
              <a:off x="8660406" y="138998"/>
              <a:ext cx="9140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/>
                <a:t>(0, 0, 0)</a:t>
              </a:r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0D2B06C-3A59-8B6D-A752-281071CCEC9B}"/>
                </a:ext>
              </a:extLst>
            </p:cNvPr>
            <p:cNvSpPr/>
            <p:nvPr/>
          </p:nvSpPr>
          <p:spPr>
            <a:xfrm>
              <a:off x="8389100" y="213133"/>
              <a:ext cx="271306" cy="11053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 extrusionH="69850">
              <a:bevelT w="6350" h="1206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AABC0CA-8313-C301-795B-C5933113C1E6}"/>
                </a:ext>
              </a:extLst>
            </p:cNvPr>
            <p:cNvGrpSpPr/>
            <p:nvPr/>
          </p:nvGrpSpPr>
          <p:grpSpPr>
            <a:xfrm>
              <a:off x="8013109" y="1823517"/>
              <a:ext cx="433141" cy="454735"/>
              <a:chOff x="2369695" y="5069533"/>
              <a:chExt cx="922820" cy="968827"/>
            </a:xfrm>
          </p:grpSpPr>
          <p:pic>
            <p:nvPicPr>
              <p:cNvPr id="11" name="Picture 12" descr="Image result for fish black">
                <a:extLst>
                  <a:ext uri="{FF2B5EF4-FFF2-40B4-BE49-F238E27FC236}">
                    <a16:creationId xmlns:a16="http://schemas.microsoft.com/office/drawing/2014/main" id="{846DB08D-8A6B-F6CE-8BC9-F42DB339CE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4606A60-FBD7-E1F4-BA47-1C344C2C5267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B16EDFF-E2BE-1E5C-08E9-3FBD6C3EDA13}"/>
                    </a:ext>
                  </a:extLst>
                </p:cNvPr>
                <p:cNvSpPr txBox="1"/>
                <p:nvPr/>
              </p:nvSpPr>
              <p:spPr>
                <a:xfrm>
                  <a:off x="8100516" y="2102128"/>
                  <a:ext cx="91819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sz="1800" b="0" i="0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b-NO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nb-NO" sz="1800" b="0" i="0" noProof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b-NO" sz="1800" b="0" i="0" noProof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nb-NO" sz="1800" b="0" i="0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b-NO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nb-NO" sz="1800" b="0" i="0" noProof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b-NO" sz="1800" b="0" i="0" noProof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nb-NO" sz="1800" b="0" i="0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b-NO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nb-NO" sz="1800" b="0" i="0" noProof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b-NO" sz="1800" b="0" i="0" noProof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nb-NO" sz="1800" b="0" i="0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B16EDFF-E2BE-1E5C-08E9-3FBD6C3ED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516" y="2102128"/>
                  <a:ext cx="91819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326" r="-58140" b="-32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0BEF7A2-1D1E-047B-77FA-DC83128414F6}"/>
                </a:ext>
              </a:extLst>
            </p:cNvPr>
            <p:cNvCxnSpPr>
              <a:stCxn id="10" idx="4"/>
            </p:cNvCxnSpPr>
            <p:nvPr/>
          </p:nvCxnSpPr>
          <p:spPr>
            <a:xfrm flipH="1">
              <a:off x="8229679" y="323664"/>
              <a:ext cx="295074" cy="1705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22866E7-EDBB-3A52-4756-3F1066C7FD45}"/>
                    </a:ext>
                  </a:extLst>
                </p:cNvPr>
                <p:cNvSpPr txBox="1"/>
                <p:nvPr/>
              </p:nvSpPr>
              <p:spPr>
                <a:xfrm>
                  <a:off x="7764037" y="913266"/>
                  <a:ext cx="390525" cy="4029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nb-NO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22866E7-EDBB-3A52-4756-3F1066C7F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4037" y="913266"/>
                  <a:ext cx="390525" cy="402931"/>
                </a:xfrm>
                <a:prstGeom prst="rect">
                  <a:avLst/>
                </a:prstGeom>
                <a:blipFill>
                  <a:blip r:embed="rId7"/>
                  <a:stretch>
                    <a:fillRect r="-14545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A14C790-2830-F7E7-9C8F-2B2A574D74FD}"/>
              </a:ext>
            </a:extLst>
          </p:cNvPr>
          <p:cNvSpPr txBox="1"/>
          <p:nvPr/>
        </p:nvSpPr>
        <p:spPr>
          <a:xfrm>
            <a:off x="6296917" y="628997"/>
            <a:ext cx="3248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0"/>
              <a:t>Scattered pressure from many (N) fish</a:t>
            </a:r>
            <a:r>
              <a:rPr lang="nb-NO" sz="1800" noProof="0"/>
              <a:t>:</a:t>
            </a:r>
            <a:endParaRPr lang="en-GB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88D905D-5518-FFD5-558A-FACC48E688DB}"/>
              </a:ext>
            </a:extLst>
          </p:cNvPr>
          <p:cNvGrpSpPr/>
          <p:nvPr/>
        </p:nvGrpSpPr>
        <p:grpSpPr>
          <a:xfrm>
            <a:off x="9833675" y="575942"/>
            <a:ext cx="2000889" cy="2467309"/>
            <a:chOff x="9833675" y="575942"/>
            <a:chExt cx="2000889" cy="2467309"/>
          </a:xfrm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CCA1D441-FF9D-CBE1-6256-C6EC151BDC86}"/>
                </a:ext>
              </a:extLst>
            </p:cNvPr>
            <p:cNvSpPr/>
            <p:nvPr/>
          </p:nvSpPr>
          <p:spPr>
            <a:xfrm>
              <a:off x="9888593" y="642054"/>
              <a:ext cx="1580091" cy="2323550"/>
            </a:xfrm>
            <a:prstGeom prst="triangle">
              <a:avLst/>
            </a:prstGeom>
            <a:solidFill>
              <a:srgbClr val="FFFF00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F9D2B6-8E6D-7926-515C-36EFC695DCB8}"/>
                </a:ext>
              </a:extLst>
            </p:cNvPr>
            <p:cNvSpPr txBox="1"/>
            <p:nvPr/>
          </p:nvSpPr>
          <p:spPr>
            <a:xfrm>
              <a:off x="10880674" y="575942"/>
              <a:ext cx="9538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b-NO"/>
                <a:t>(0, 0, 0)</a:t>
              </a:r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60BC9F3-F418-E6F7-219E-8FDE904B8E8C}"/>
                </a:ext>
              </a:extLst>
            </p:cNvPr>
            <p:cNvSpPr/>
            <p:nvPr/>
          </p:nvSpPr>
          <p:spPr>
            <a:xfrm>
              <a:off x="10609367" y="650078"/>
              <a:ext cx="250277" cy="10196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 extrusionH="69850">
              <a:bevelT w="6350" h="1206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EACA560-5A97-BE4B-B70B-D1C5E7C62372}"/>
                </a:ext>
              </a:extLst>
            </p:cNvPr>
            <p:cNvGrpSpPr/>
            <p:nvPr/>
          </p:nvGrpSpPr>
          <p:grpSpPr>
            <a:xfrm>
              <a:off x="10186652" y="2139018"/>
              <a:ext cx="399568" cy="419488"/>
              <a:chOff x="2369695" y="5069533"/>
              <a:chExt cx="922820" cy="968827"/>
            </a:xfrm>
          </p:grpSpPr>
          <p:pic>
            <p:nvPicPr>
              <p:cNvPr id="26" name="Picture 12" descr="Image result for fish black">
                <a:extLst>
                  <a:ext uri="{FF2B5EF4-FFF2-40B4-BE49-F238E27FC236}">
                    <a16:creationId xmlns:a16="http://schemas.microsoft.com/office/drawing/2014/main" id="{B4DD29A1-314E-951D-8A1A-9C349AADEF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242105F-F0D0-EBF2-C531-DE8DE2D0F745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94CE575-5530-3CD8-C0E3-1020436A9C3E}"/>
                </a:ext>
              </a:extLst>
            </p:cNvPr>
            <p:cNvCxnSpPr>
              <a:cxnSpLocks/>
              <a:stCxn id="24" idx="4"/>
            </p:cNvCxnSpPr>
            <p:nvPr/>
          </p:nvCxnSpPr>
          <p:spPr>
            <a:xfrm flipH="1">
              <a:off x="10655496" y="752042"/>
              <a:ext cx="79010" cy="14435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08B1DB2-B078-F835-1F2B-E8DAB4880121}"/>
                    </a:ext>
                  </a:extLst>
                </p:cNvPr>
                <p:cNvSpPr txBox="1"/>
                <p:nvPr/>
              </p:nvSpPr>
              <p:spPr>
                <a:xfrm>
                  <a:off x="10243702" y="1464804"/>
                  <a:ext cx="360255" cy="4029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nb-NO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08B1DB2-B078-F835-1F2B-E8DAB4880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702" y="1464804"/>
                  <a:ext cx="360255" cy="402931"/>
                </a:xfrm>
                <a:prstGeom prst="rect">
                  <a:avLst/>
                </a:prstGeom>
                <a:blipFill>
                  <a:blip r:embed="rId8"/>
                  <a:stretch>
                    <a:fillRect r="-67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7D08A95-4FF9-088E-4DE3-F4126931E173}"/>
                </a:ext>
              </a:extLst>
            </p:cNvPr>
            <p:cNvGrpSpPr/>
            <p:nvPr/>
          </p:nvGrpSpPr>
          <p:grpSpPr>
            <a:xfrm rot="20362467">
              <a:off x="10737113" y="2243380"/>
              <a:ext cx="399568" cy="419488"/>
              <a:chOff x="2369695" y="5069533"/>
              <a:chExt cx="922820" cy="968827"/>
            </a:xfrm>
          </p:grpSpPr>
          <p:pic>
            <p:nvPicPr>
              <p:cNvPr id="41" name="Picture 12" descr="Image result for fish black">
                <a:extLst>
                  <a:ext uri="{FF2B5EF4-FFF2-40B4-BE49-F238E27FC236}">
                    <a16:creationId xmlns:a16="http://schemas.microsoft.com/office/drawing/2014/main" id="{386370A0-2998-DBE4-6F7F-15727155D8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3F6D14C-8815-BB95-DEF3-32C68E6ECFC2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BD56E46-03D7-0C2D-A133-AFA3E3AD4ADB}"/>
                </a:ext>
              </a:extLst>
            </p:cNvPr>
            <p:cNvGrpSpPr/>
            <p:nvPr/>
          </p:nvGrpSpPr>
          <p:grpSpPr>
            <a:xfrm rot="20830183">
              <a:off x="10270565" y="2431358"/>
              <a:ext cx="399568" cy="419488"/>
              <a:chOff x="2369695" y="5069533"/>
              <a:chExt cx="922820" cy="968827"/>
            </a:xfrm>
          </p:grpSpPr>
          <p:pic>
            <p:nvPicPr>
              <p:cNvPr id="44" name="Picture 12" descr="Image result for fish black">
                <a:extLst>
                  <a:ext uri="{FF2B5EF4-FFF2-40B4-BE49-F238E27FC236}">
                    <a16:creationId xmlns:a16="http://schemas.microsoft.com/office/drawing/2014/main" id="{41A59E55-3177-A52F-E9AD-C32B5FB0EA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80C5FF2-4EA8-530D-362A-BB041D794DFC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3279C66-CE2B-1E25-AD01-850BB74A238A}"/>
                </a:ext>
              </a:extLst>
            </p:cNvPr>
            <p:cNvGrpSpPr/>
            <p:nvPr/>
          </p:nvGrpSpPr>
          <p:grpSpPr>
            <a:xfrm rot="454912">
              <a:off x="10807306" y="2015308"/>
              <a:ext cx="399568" cy="419488"/>
              <a:chOff x="2369695" y="5069533"/>
              <a:chExt cx="922820" cy="968827"/>
            </a:xfrm>
          </p:grpSpPr>
          <p:pic>
            <p:nvPicPr>
              <p:cNvPr id="47" name="Picture 12" descr="Image result for fish black">
                <a:extLst>
                  <a:ext uri="{FF2B5EF4-FFF2-40B4-BE49-F238E27FC236}">
                    <a16:creationId xmlns:a16="http://schemas.microsoft.com/office/drawing/2014/main" id="{7797F2DF-BBC0-39D5-5ED8-4E1D68F0A0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10763DD-6CAA-B605-1DFB-844AEEA159BE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505A11D-A110-40C0-994F-FB09EB8176A7}"/>
                </a:ext>
              </a:extLst>
            </p:cNvPr>
            <p:cNvGrpSpPr/>
            <p:nvPr/>
          </p:nvGrpSpPr>
          <p:grpSpPr>
            <a:xfrm>
              <a:off x="10942559" y="2443520"/>
              <a:ext cx="399568" cy="419488"/>
              <a:chOff x="2369695" y="5069533"/>
              <a:chExt cx="922820" cy="968827"/>
            </a:xfrm>
          </p:grpSpPr>
          <p:pic>
            <p:nvPicPr>
              <p:cNvPr id="50" name="Picture 12" descr="Image result for fish black">
                <a:extLst>
                  <a:ext uri="{FF2B5EF4-FFF2-40B4-BE49-F238E27FC236}">
                    <a16:creationId xmlns:a16="http://schemas.microsoft.com/office/drawing/2014/main" id="{426FCA9C-3F24-982A-EDFA-E59A4E0172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506A01B-B9E6-D832-B418-8B8364F37289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CC046FA-781A-8240-9EA4-F92B5CF4F93B}"/>
                </a:ext>
              </a:extLst>
            </p:cNvPr>
            <p:cNvGrpSpPr/>
            <p:nvPr/>
          </p:nvGrpSpPr>
          <p:grpSpPr>
            <a:xfrm>
              <a:off x="9833675" y="2272125"/>
              <a:ext cx="399568" cy="419488"/>
              <a:chOff x="2369695" y="5069533"/>
              <a:chExt cx="922820" cy="968827"/>
            </a:xfrm>
          </p:grpSpPr>
          <p:pic>
            <p:nvPicPr>
              <p:cNvPr id="53" name="Picture 12" descr="Image result for fish black">
                <a:extLst>
                  <a:ext uri="{FF2B5EF4-FFF2-40B4-BE49-F238E27FC236}">
                    <a16:creationId xmlns:a16="http://schemas.microsoft.com/office/drawing/2014/main" id="{1E146BE3-5A2D-2F2D-8571-F1033402DC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9DBD300-D084-FA17-773A-1F270F69BDA1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12E8B84-3120-1C62-C892-0077803FBA47}"/>
                </a:ext>
              </a:extLst>
            </p:cNvPr>
            <p:cNvGrpSpPr/>
            <p:nvPr/>
          </p:nvGrpSpPr>
          <p:grpSpPr>
            <a:xfrm>
              <a:off x="10415739" y="2015144"/>
              <a:ext cx="399568" cy="419488"/>
              <a:chOff x="2369695" y="5069533"/>
              <a:chExt cx="922820" cy="968827"/>
            </a:xfrm>
          </p:grpSpPr>
          <p:pic>
            <p:nvPicPr>
              <p:cNvPr id="56" name="Picture 12" descr="Image result for fish black">
                <a:extLst>
                  <a:ext uri="{FF2B5EF4-FFF2-40B4-BE49-F238E27FC236}">
                    <a16:creationId xmlns:a16="http://schemas.microsoft.com/office/drawing/2014/main" id="{11160FED-6417-1904-ABDE-8D2C7E539E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1B74FEC-07B5-E3D6-A64E-704E6630FABD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04965CB-375C-8AD7-CCBF-41125DA6B5D1}"/>
                </a:ext>
              </a:extLst>
            </p:cNvPr>
            <p:cNvGrpSpPr/>
            <p:nvPr/>
          </p:nvGrpSpPr>
          <p:grpSpPr>
            <a:xfrm>
              <a:off x="10653759" y="2598561"/>
              <a:ext cx="399568" cy="419488"/>
              <a:chOff x="2369695" y="5069533"/>
              <a:chExt cx="922820" cy="968827"/>
            </a:xfrm>
          </p:grpSpPr>
          <p:pic>
            <p:nvPicPr>
              <p:cNvPr id="59" name="Picture 12" descr="Image result for fish black">
                <a:extLst>
                  <a:ext uri="{FF2B5EF4-FFF2-40B4-BE49-F238E27FC236}">
                    <a16:creationId xmlns:a16="http://schemas.microsoft.com/office/drawing/2014/main" id="{851FE0A4-2C26-8F36-03C0-EDADC60C09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39A54EED-62CC-74BA-B752-89CA4912B0C8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C1C25B0-4721-107B-C88A-83B2149DF9BC}"/>
                </a:ext>
              </a:extLst>
            </p:cNvPr>
            <p:cNvGrpSpPr/>
            <p:nvPr/>
          </p:nvGrpSpPr>
          <p:grpSpPr>
            <a:xfrm>
              <a:off x="10339052" y="2291418"/>
              <a:ext cx="399568" cy="419488"/>
              <a:chOff x="2369695" y="5069533"/>
              <a:chExt cx="922820" cy="968827"/>
            </a:xfrm>
          </p:grpSpPr>
          <p:pic>
            <p:nvPicPr>
              <p:cNvPr id="62" name="Picture 12" descr="Image result for fish black">
                <a:extLst>
                  <a:ext uri="{FF2B5EF4-FFF2-40B4-BE49-F238E27FC236}">
                    <a16:creationId xmlns:a16="http://schemas.microsoft.com/office/drawing/2014/main" id="{B4182144-40E1-0115-3A1D-74385FF099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15CEBE0-46A7-7A61-E94F-5AA325A2F51E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FE9303C-B0E5-6DD7-719B-0C25211992DA}"/>
                </a:ext>
              </a:extLst>
            </p:cNvPr>
            <p:cNvGrpSpPr/>
            <p:nvPr/>
          </p:nvGrpSpPr>
          <p:grpSpPr>
            <a:xfrm>
              <a:off x="10014398" y="2605162"/>
              <a:ext cx="399568" cy="419488"/>
              <a:chOff x="2369695" y="5069533"/>
              <a:chExt cx="922820" cy="968827"/>
            </a:xfrm>
          </p:grpSpPr>
          <p:pic>
            <p:nvPicPr>
              <p:cNvPr id="65" name="Picture 12" descr="Image result for fish black">
                <a:extLst>
                  <a:ext uri="{FF2B5EF4-FFF2-40B4-BE49-F238E27FC236}">
                    <a16:creationId xmlns:a16="http://schemas.microsoft.com/office/drawing/2014/main" id="{072185D2-E8FD-2563-7414-F38DC1C598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B5E5222-10C4-D722-BF2A-89D3CE3CCF20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C82DCAB-BE95-3310-A413-80B44AC5956D}"/>
                </a:ext>
              </a:extLst>
            </p:cNvPr>
            <p:cNvGrpSpPr/>
            <p:nvPr/>
          </p:nvGrpSpPr>
          <p:grpSpPr>
            <a:xfrm>
              <a:off x="11231358" y="2623763"/>
              <a:ext cx="399568" cy="419488"/>
              <a:chOff x="2369695" y="5069533"/>
              <a:chExt cx="922820" cy="968827"/>
            </a:xfrm>
          </p:grpSpPr>
          <p:pic>
            <p:nvPicPr>
              <p:cNvPr id="68" name="Picture 12" descr="Image result for fish black">
                <a:extLst>
                  <a:ext uri="{FF2B5EF4-FFF2-40B4-BE49-F238E27FC236}">
                    <a16:creationId xmlns:a16="http://schemas.microsoft.com/office/drawing/2014/main" id="{C4E3F57F-D35A-FD5F-E833-C22FBAC45A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BE7D02B4-52A4-6A15-3E5D-29AFF1B23989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BA4AF95-5798-1534-AFF1-63D8BDAA0A00}"/>
                </a:ext>
              </a:extLst>
            </p:cNvPr>
            <p:cNvGrpSpPr/>
            <p:nvPr/>
          </p:nvGrpSpPr>
          <p:grpSpPr>
            <a:xfrm>
              <a:off x="11253587" y="2291417"/>
              <a:ext cx="399568" cy="419488"/>
              <a:chOff x="2369695" y="5069533"/>
              <a:chExt cx="922820" cy="968827"/>
            </a:xfrm>
          </p:grpSpPr>
          <p:pic>
            <p:nvPicPr>
              <p:cNvPr id="71" name="Picture 12" descr="Image result for fish black">
                <a:extLst>
                  <a:ext uri="{FF2B5EF4-FFF2-40B4-BE49-F238E27FC236}">
                    <a16:creationId xmlns:a16="http://schemas.microsoft.com/office/drawing/2014/main" id="{39502D02-B86C-88A1-AC3B-20BF3670C8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19459">
                <a:off x="2369695" y="5069533"/>
                <a:ext cx="922820" cy="9688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0B625C3C-23B4-4FEF-AFDE-31C4F5488961}"/>
                  </a:ext>
                </a:extLst>
              </p:cNvPr>
              <p:cNvSpPr/>
              <p:nvPr/>
            </p:nvSpPr>
            <p:spPr>
              <a:xfrm rot="21341654">
                <a:off x="2833558" y="5517042"/>
                <a:ext cx="224832" cy="7380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74" name="Title 1">
            <a:extLst>
              <a:ext uri="{FF2B5EF4-FFF2-40B4-BE49-F238E27FC236}">
                <a16:creationId xmlns:a16="http://schemas.microsoft.com/office/drawing/2014/main" id="{F4005D8D-7EA0-510B-86B7-04B6C9D9AB36}"/>
              </a:ext>
            </a:extLst>
          </p:cNvPr>
          <p:cNvSpPr txBox="1">
            <a:spLocks/>
          </p:cNvSpPr>
          <p:nvPr/>
        </p:nvSpPr>
        <p:spPr>
          <a:xfrm>
            <a:off x="23235" y="2911588"/>
            <a:ext cx="10515600" cy="57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Validity and accuracy of Superposition approach: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32039D6-C22D-28E0-2DBF-85A7C38939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4163" y="4277591"/>
            <a:ext cx="3181832" cy="2279382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01DC609-F11A-E5A6-C62A-A007600A3E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694" y="4299718"/>
            <a:ext cx="3193036" cy="2279382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CD97877-B85D-FE32-05EB-04A61BAA6B28}"/>
              </a:ext>
            </a:extLst>
          </p:cNvPr>
          <p:cNvSpPr txBox="1"/>
          <p:nvPr/>
        </p:nvSpPr>
        <p:spPr>
          <a:xfrm>
            <a:off x="139005" y="3372123"/>
            <a:ext cx="64141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Finite Element / Boundary Element Method (FEM–BEM) can solve the full acoustic scattering problem, including multiple scattering effects.</a:t>
            </a:r>
            <a:endParaRPr lang="en-GB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D346A8-65C2-9B39-F3F6-A1FE144F9174}"/>
              </a:ext>
            </a:extLst>
          </p:cNvPr>
          <p:cNvSpPr txBox="1"/>
          <p:nvPr/>
        </p:nvSpPr>
        <p:spPr>
          <a:xfrm>
            <a:off x="7346888" y="3255721"/>
            <a:ext cx="4514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Superposition method assumes that each target scatters acoustic waves independently, without interaction with other targets.</a:t>
            </a:r>
            <a:endParaRPr lang="en-GB"/>
          </a:p>
        </p:txBody>
      </p:sp>
      <p:pic>
        <p:nvPicPr>
          <p:cNvPr id="82" name="Picture 81" descr="A graph of a box with lines and numbers&#10;&#10;AI-generated content may be incorrect.">
            <a:extLst>
              <a:ext uri="{FF2B5EF4-FFF2-40B4-BE49-F238E27FC236}">
                <a16:creationId xmlns:a16="http://schemas.microsoft.com/office/drawing/2014/main" id="{8379BFBD-D72F-946E-96F6-A0CFE641B5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604" y="4201022"/>
            <a:ext cx="2392306" cy="224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8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E81E-904F-A23B-E059-3A84E732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a frequency&#10;&#10;AI-generated content may be incorrect.">
            <a:extLst>
              <a:ext uri="{FF2B5EF4-FFF2-40B4-BE49-F238E27FC236}">
                <a16:creationId xmlns:a16="http://schemas.microsoft.com/office/drawing/2014/main" id="{F4373EFB-162F-9ECF-4281-15FF27535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520" y="1083645"/>
            <a:ext cx="3188368" cy="2497074"/>
          </a:xfrm>
          <a:prstGeom prst="rect">
            <a:avLst/>
          </a:prstGeom>
        </p:spPr>
      </p:pic>
      <p:pic>
        <p:nvPicPr>
          <p:cNvPr id="20" name="Picture 19" descr="A graph of a frequency&#10;&#10;AI-generated content may be incorrect.">
            <a:extLst>
              <a:ext uri="{FF2B5EF4-FFF2-40B4-BE49-F238E27FC236}">
                <a16:creationId xmlns:a16="http://schemas.microsoft.com/office/drawing/2014/main" id="{3C9898BB-1A99-4A12-30AC-0F62A9A0E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21" y="4186087"/>
            <a:ext cx="3423424" cy="2681166"/>
          </a:xfrm>
          <a:prstGeom prst="rect">
            <a:avLst/>
          </a:prstGeom>
        </p:spPr>
      </p:pic>
      <p:pic>
        <p:nvPicPr>
          <p:cNvPr id="27" name="Picture 26" descr="A graph of a frequency&#10;&#10;AI-generated content may be incorrect.">
            <a:extLst>
              <a:ext uri="{FF2B5EF4-FFF2-40B4-BE49-F238E27FC236}">
                <a16:creationId xmlns:a16="http://schemas.microsoft.com/office/drawing/2014/main" id="{FE8674BC-4682-A88D-03E7-D07E399EE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521" y="4195340"/>
            <a:ext cx="3376488" cy="2662660"/>
          </a:xfrm>
          <a:prstGeom prst="rect">
            <a:avLst/>
          </a:prstGeom>
        </p:spPr>
      </p:pic>
      <p:pic>
        <p:nvPicPr>
          <p:cNvPr id="5" name="Picture 4" descr="A graph of a frequency&#10;&#10;AI-generated content may be incorrect.">
            <a:extLst>
              <a:ext uri="{FF2B5EF4-FFF2-40B4-BE49-F238E27FC236}">
                <a16:creationId xmlns:a16="http://schemas.microsoft.com/office/drawing/2014/main" id="{2B607C46-AE4B-5BB7-F787-8B0DE6F50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041" y="374329"/>
            <a:ext cx="3201251" cy="2507166"/>
          </a:xfrm>
          <a:prstGeom prst="rect">
            <a:avLst/>
          </a:prstGeom>
        </p:spPr>
      </p:pic>
      <p:pic>
        <p:nvPicPr>
          <p:cNvPr id="25" name="Picture 24" descr="A graph of a box with a grid and arrows&#10;&#10;AI-generated content may be incorrect.">
            <a:extLst>
              <a:ext uri="{FF2B5EF4-FFF2-40B4-BE49-F238E27FC236}">
                <a16:creationId xmlns:a16="http://schemas.microsoft.com/office/drawing/2014/main" id="{6A0EF1C6-22AD-4A45-304C-C81F75AA5F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543" y="3558462"/>
            <a:ext cx="1528502" cy="1436380"/>
          </a:xfrm>
          <a:prstGeom prst="rect">
            <a:avLst/>
          </a:prstGeom>
        </p:spPr>
      </p:pic>
      <p:pic>
        <p:nvPicPr>
          <p:cNvPr id="8" name="Picture 7" descr="A graph of a frequency&#10;&#10;AI-generated content may be incorrect.">
            <a:extLst>
              <a:ext uri="{FF2B5EF4-FFF2-40B4-BE49-F238E27FC236}">
                <a16:creationId xmlns:a16="http://schemas.microsoft.com/office/drawing/2014/main" id="{0EF29062-7FC1-0E3F-5FB0-A7B06C731D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76" y="1083645"/>
            <a:ext cx="3243276" cy="2557609"/>
          </a:xfrm>
          <a:prstGeom prst="rect">
            <a:avLst/>
          </a:prstGeom>
        </p:spPr>
      </p:pic>
      <p:pic>
        <p:nvPicPr>
          <p:cNvPr id="13" name="Picture 12" descr="A graph of a box with lines and numbers&#10;&#10;AI-generated content may be incorrect.">
            <a:extLst>
              <a:ext uri="{FF2B5EF4-FFF2-40B4-BE49-F238E27FC236}">
                <a16:creationId xmlns:a16="http://schemas.microsoft.com/office/drawing/2014/main" id="{3E70CC02-3543-39CE-710A-AF439FB412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26" y="470575"/>
            <a:ext cx="1528502" cy="14363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090A8A-F502-60E6-8327-315BF1197574}"/>
                  </a:ext>
                </a:extLst>
              </p:cNvPr>
              <p:cNvSpPr txBox="1"/>
              <p:nvPr/>
            </p:nvSpPr>
            <p:spPr>
              <a:xfrm>
                <a:off x="921754" y="1034876"/>
                <a:ext cx="109830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/>
                  <a:t>0.5</a:t>
                </a:r>
                <a:r>
                  <a:rPr lang="nb-NO" sz="1200"/>
                  <a:t> m</a:t>
                </a:r>
                <a:endParaRPr lang="en-GB" sz="1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090A8A-F502-60E6-8327-315BF1197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54" y="1034876"/>
                <a:ext cx="1098302" cy="307777"/>
              </a:xfrm>
              <a:prstGeom prst="rect">
                <a:avLst/>
              </a:prstGeom>
              <a:blipFill>
                <a:blip r:embed="rId9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6FDEBD-D653-7E04-E57A-2574A18303AC}"/>
                  </a:ext>
                </a:extLst>
              </p:cNvPr>
              <p:cNvSpPr txBox="1"/>
              <p:nvPr/>
            </p:nvSpPr>
            <p:spPr>
              <a:xfrm>
                <a:off x="4582875" y="1216122"/>
                <a:ext cx="109830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/>
                  <a:t>0.1</a:t>
                </a:r>
                <a:r>
                  <a:rPr lang="nb-NO" sz="1200"/>
                  <a:t> m</a:t>
                </a:r>
                <a:endParaRPr lang="en-GB" sz="14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6FDEBD-D653-7E04-E57A-2574A1830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875" y="1216122"/>
                <a:ext cx="1098302" cy="307777"/>
              </a:xfrm>
              <a:prstGeom prst="rect">
                <a:avLst/>
              </a:prstGeom>
              <a:blipFill>
                <a:blip r:embed="rId10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0CB3C6-775E-18D1-92D4-9A6275D857EA}"/>
                  </a:ext>
                </a:extLst>
              </p:cNvPr>
              <p:cNvSpPr txBox="1"/>
              <p:nvPr/>
            </p:nvSpPr>
            <p:spPr>
              <a:xfrm>
                <a:off x="5495849" y="4763265"/>
                <a:ext cx="1098302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/>
                  <a:t>0.5</a:t>
                </a:r>
                <a:r>
                  <a:rPr lang="nb-NO" sz="1200"/>
                  <a:t> m, 2nd </a:t>
                </a:r>
                <a:r>
                  <a:rPr lang="nb-NO" sz="1200" err="1"/>
                  <a:t>tilted</a:t>
                </a:r>
                <a:endParaRPr lang="en-GB" sz="1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0CB3C6-775E-18D1-92D4-9A6275D85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849" y="4763265"/>
                <a:ext cx="1098302" cy="492443"/>
              </a:xfrm>
              <a:prstGeom prst="rect">
                <a:avLst/>
              </a:prstGeom>
              <a:blipFill>
                <a:blip r:embed="rId11"/>
                <a:stretch>
                  <a:fillRect l="-556" t="-1235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FF6CA0-629A-C493-5165-0CBD52EBC545}"/>
                  </a:ext>
                </a:extLst>
              </p:cNvPr>
              <p:cNvSpPr txBox="1"/>
              <p:nvPr/>
            </p:nvSpPr>
            <p:spPr>
              <a:xfrm>
                <a:off x="979491" y="4878529"/>
                <a:ext cx="109830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nb-NO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/>
                  <a:t>0.02</a:t>
                </a:r>
                <a:r>
                  <a:rPr lang="nb-NO" sz="1200"/>
                  <a:t> m</a:t>
                </a:r>
                <a:endParaRPr lang="en-GB" sz="14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FF6CA0-629A-C493-5165-0CBD52EBC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91" y="4878529"/>
                <a:ext cx="1098302" cy="307777"/>
              </a:xfrm>
              <a:prstGeom prst="rect">
                <a:avLst/>
              </a:prstGeom>
              <a:blipFill>
                <a:blip r:embed="rId12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graph of a box with arrows pointing to the sides&#10;&#10;AI-generated content may be incorrect.">
            <a:extLst>
              <a:ext uri="{FF2B5EF4-FFF2-40B4-BE49-F238E27FC236}">
                <a16:creationId xmlns:a16="http://schemas.microsoft.com/office/drawing/2014/main" id="{9F74B291-4CF7-B87D-BF47-6736A7C046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872" y="380532"/>
            <a:ext cx="1613827" cy="15264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E7B811-CA6C-28A7-11E1-B0270B249989}"/>
                  </a:ext>
                </a:extLst>
              </p:cNvPr>
              <p:cNvSpPr txBox="1"/>
              <p:nvPr/>
            </p:nvSpPr>
            <p:spPr>
              <a:xfrm>
                <a:off x="9608901" y="436560"/>
                <a:ext cx="10983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b-NO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b-NO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 dirty="0"/>
                  <a:t>0.1</a:t>
                </a:r>
                <a:r>
                  <a:rPr lang="nb-NO" sz="1200" dirty="0"/>
                  <a:t> 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b-NO" sz="1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b-NO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 dirty="0"/>
                  <a:t>0.1</a:t>
                </a:r>
                <a:r>
                  <a:rPr lang="nb-NO" sz="1200" dirty="0"/>
                  <a:t> m</a:t>
                </a:r>
                <a:endParaRPr lang="en-GB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DE7B811-CA6C-28A7-11E1-B0270B249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901" y="436560"/>
                <a:ext cx="1098302" cy="523220"/>
              </a:xfrm>
              <a:prstGeom prst="rect">
                <a:avLst/>
              </a:prstGeom>
              <a:blipFill>
                <a:blip r:embed="rId14"/>
                <a:stretch>
                  <a:fillRect t="-2353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8008C352-0BE9-8EDA-F190-13853CE3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260114" cy="573227"/>
          </a:xfrm>
        </p:spPr>
        <p:txBody>
          <a:bodyPr>
            <a:normAutofit fontScale="90000"/>
          </a:bodyPr>
          <a:lstStyle/>
          <a:p>
            <a:r>
              <a:rPr lang="en-US" sz="2800"/>
              <a:t>Superposition vs. Full Scattering (FEM–BEM): Two, Three, and Four Fish</a:t>
            </a:r>
            <a:endParaRPr lang="en-US" sz="2800" noProof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14537C-35A5-2C40-0207-98403F09FD94}"/>
              </a:ext>
            </a:extLst>
          </p:cNvPr>
          <p:cNvSpPr txBox="1"/>
          <p:nvPr/>
        </p:nvSpPr>
        <p:spPr>
          <a:xfrm>
            <a:off x="7224828" y="5437749"/>
            <a:ext cx="4929464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The superposition method provides reliable estimates of multiple-fish backscattering, provided the fish are not too close or too densely packed.</a:t>
            </a:r>
            <a:endParaRPr lang="en-GB" sz="2000" dirty="0"/>
          </a:p>
        </p:txBody>
      </p:sp>
      <p:pic>
        <p:nvPicPr>
          <p:cNvPr id="30" name="Picture 29" descr="A graph of a square object with blue arrows&#10;&#10;AI-generated content may be incorrect.">
            <a:extLst>
              <a:ext uri="{FF2B5EF4-FFF2-40B4-BE49-F238E27FC236}">
                <a16:creationId xmlns:a16="http://schemas.microsoft.com/office/drawing/2014/main" id="{5BEEE351-36DD-3129-A52D-22172A5FF8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872" y="3029275"/>
            <a:ext cx="1527904" cy="1425964"/>
          </a:xfrm>
          <a:prstGeom prst="rect">
            <a:avLst/>
          </a:prstGeom>
        </p:spPr>
      </p:pic>
      <p:pic>
        <p:nvPicPr>
          <p:cNvPr id="31" name="Picture 30" descr="A graph of a frequency&#10;&#10;AI-generated content may be incorrect.">
            <a:extLst>
              <a:ext uri="{FF2B5EF4-FFF2-40B4-BE49-F238E27FC236}">
                <a16:creationId xmlns:a16="http://schemas.microsoft.com/office/drawing/2014/main" id="{11928565-AC7E-583B-7718-543251A6F7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924" y="2876312"/>
            <a:ext cx="3188368" cy="24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68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graph of a graph with lines and numbers&#10;&#10;AI-generated content may be incorrect.">
            <a:extLst>
              <a:ext uri="{FF2B5EF4-FFF2-40B4-BE49-F238E27FC236}">
                <a16:creationId xmlns:a16="http://schemas.microsoft.com/office/drawing/2014/main" id="{B80AE884-F74D-EEC3-8B0D-04AA11FE2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35" y="474847"/>
            <a:ext cx="2832212" cy="2653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5658D-C6F1-90BF-65F6-87E5B9E5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25460" cy="474847"/>
          </a:xfrm>
        </p:spPr>
        <p:txBody>
          <a:bodyPr>
            <a:normAutofit fontScale="90000"/>
          </a:bodyPr>
          <a:lstStyle/>
          <a:p>
            <a:r>
              <a:rPr lang="nb-NO" sz="3200"/>
              <a:t>L = 0.3 m, N = 150</a:t>
            </a:r>
            <a:endParaRPr lang="en-GB" sz="3200"/>
          </a:p>
        </p:txBody>
      </p:sp>
      <p:pic>
        <p:nvPicPr>
          <p:cNvPr id="32" name="Picture 31" descr="A graph of a graph&#10;&#10;AI-generated content may be incorrect.">
            <a:extLst>
              <a:ext uri="{FF2B5EF4-FFF2-40B4-BE49-F238E27FC236}">
                <a16:creationId xmlns:a16="http://schemas.microsoft.com/office/drawing/2014/main" id="{7C7CF60E-34D2-E87A-5EDD-237654CB2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278" y="3866923"/>
            <a:ext cx="5111918" cy="3001766"/>
          </a:xfrm>
          <a:prstGeom prst="rect">
            <a:avLst/>
          </a:prstGeom>
        </p:spPr>
      </p:pic>
      <p:pic>
        <p:nvPicPr>
          <p:cNvPr id="34" name="Picture 33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F85D10B8-EC67-9FE0-E652-4B4C22FDD9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45" y="1038276"/>
            <a:ext cx="5358449" cy="2367403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F4B366-0F83-3001-65E8-56F624B51C06}"/>
              </a:ext>
            </a:extLst>
          </p:cNvPr>
          <p:cNvCxnSpPr/>
          <p:nvPr/>
        </p:nvCxnSpPr>
        <p:spPr>
          <a:xfrm>
            <a:off x="990599" y="5298621"/>
            <a:ext cx="123280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4F8168-5E70-9CBD-5779-E4F429CB6A4F}"/>
              </a:ext>
            </a:extLst>
          </p:cNvPr>
          <p:cNvCxnSpPr>
            <a:cxnSpLocks/>
          </p:cNvCxnSpPr>
          <p:nvPr/>
        </p:nvCxnSpPr>
        <p:spPr>
          <a:xfrm flipV="1">
            <a:off x="990599" y="4127500"/>
            <a:ext cx="0" cy="117112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66B74D-41F5-827E-3E98-5BDD838C5532}"/>
              </a:ext>
            </a:extLst>
          </p:cNvPr>
          <p:cNvCxnSpPr>
            <a:cxnSpLocks/>
          </p:cNvCxnSpPr>
          <p:nvPr/>
        </p:nvCxnSpPr>
        <p:spPr>
          <a:xfrm flipH="1">
            <a:off x="495299" y="5298621"/>
            <a:ext cx="495300" cy="73387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716E15F-E9CF-F4DA-2762-71CA343A436E}"/>
              </a:ext>
            </a:extLst>
          </p:cNvPr>
          <p:cNvGrpSpPr/>
          <p:nvPr/>
        </p:nvGrpSpPr>
        <p:grpSpPr>
          <a:xfrm rot="20646328">
            <a:off x="98224" y="5052743"/>
            <a:ext cx="1784747" cy="491746"/>
            <a:chOff x="266702" y="4536597"/>
            <a:chExt cx="1314448" cy="47106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FB38FA-26F7-AB94-419E-A25E7D719725}"/>
                </a:ext>
              </a:extLst>
            </p:cNvPr>
            <p:cNvSpPr/>
            <p:nvPr/>
          </p:nvSpPr>
          <p:spPr>
            <a:xfrm>
              <a:off x="266702" y="4584908"/>
              <a:ext cx="1314448" cy="374441"/>
            </a:xfrm>
            <a:prstGeom prst="ellipse">
              <a:avLst/>
            </a:prstGeom>
            <a:solidFill>
              <a:schemeClr val="accent1">
                <a:alpha val="24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38F752-1E8E-2E9F-8FCA-45055C764677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rot="953672" flipV="1">
              <a:off x="291982" y="4536597"/>
              <a:ext cx="1271858" cy="471063"/>
            </a:xfrm>
            <a:prstGeom prst="line">
              <a:avLst/>
            </a:prstGeom>
            <a:ln w="9525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2A77A03-A7A4-6FBF-839E-EA29FFA10011}"/>
                </a:ext>
              </a:extLst>
            </p:cNvPr>
            <p:cNvSpPr/>
            <p:nvPr/>
          </p:nvSpPr>
          <p:spPr>
            <a:xfrm flipH="1">
              <a:off x="875722" y="4587697"/>
              <a:ext cx="123816" cy="368681"/>
            </a:xfrm>
            <a:prstGeom prst="ellipse">
              <a:avLst/>
            </a:pr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7" name="Arc 16">
            <a:extLst>
              <a:ext uri="{FF2B5EF4-FFF2-40B4-BE49-F238E27FC236}">
                <a16:creationId xmlns:a16="http://schemas.microsoft.com/office/drawing/2014/main" id="{3D780737-8002-104F-F894-8FE854C17E09}"/>
              </a:ext>
            </a:extLst>
          </p:cNvPr>
          <p:cNvSpPr/>
          <p:nvPr/>
        </p:nvSpPr>
        <p:spPr>
          <a:xfrm>
            <a:off x="543624" y="4713060"/>
            <a:ext cx="923679" cy="864722"/>
          </a:xfrm>
          <a:prstGeom prst="arc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7B3C4A-0597-65B9-D7D8-554E0A509890}"/>
              </a:ext>
            </a:extLst>
          </p:cNvPr>
          <p:cNvSpPr txBox="1"/>
          <p:nvPr/>
        </p:nvSpPr>
        <p:spPr>
          <a:xfrm>
            <a:off x="399995" y="594610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x</a:t>
            </a:r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3DE2D-A710-0287-112A-16FCD422F631}"/>
              </a:ext>
            </a:extLst>
          </p:cNvPr>
          <p:cNvSpPr txBox="1"/>
          <p:nvPr/>
        </p:nvSpPr>
        <p:spPr>
          <a:xfrm>
            <a:off x="2212360" y="505861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y</a:t>
            </a:r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5ADAA-11B6-0661-202E-A186C52F0C6B}"/>
              </a:ext>
            </a:extLst>
          </p:cNvPr>
          <p:cNvSpPr txBox="1"/>
          <p:nvPr/>
        </p:nvSpPr>
        <p:spPr>
          <a:xfrm>
            <a:off x="846695" y="374785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z</a:t>
            </a:r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8AF07B-E2FE-FDC6-F109-45AC5C3E6C70}"/>
              </a:ext>
            </a:extLst>
          </p:cNvPr>
          <p:cNvCxnSpPr>
            <a:stCxn id="12" idx="6"/>
          </p:cNvCxnSpPr>
          <p:nvPr/>
        </p:nvCxnSpPr>
        <p:spPr>
          <a:xfrm>
            <a:off x="1848854" y="5054230"/>
            <a:ext cx="1" cy="76872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C71BD5-D9A9-B5FA-2CDB-417EB8B305B5}"/>
              </a:ext>
            </a:extLst>
          </p:cNvPr>
          <p:cNvCxnSpPr/>
          <p:nvPr/>
        </p:nvCxnSpPr>
        <p:spPr>
          <a:xfrm>
            <a:off x="1005463" y="5297659"/>
            <a:ext cx="843391" cy="525291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98E6D3-B69E-A492-7FCD-9A1530E40006}"/>
                  </a:ext>
                </a:extLst>
              </p:cNvPr>
              <p:cNvSpPr txBox="1"/>
              <p:nvPr/>
            </p:nvSpPr>
            <p:spPr>
              <a:xfrm>
                <a:off x="1307109" y="4539785"/>
                <a:ext cx="208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98E6D3-B69E-A492-7FCD-9A1530E40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109" y="4539785"/>
                <a:ext cx="208519" cy="276999"/>
              </a:xfrm>
              <a:prstGeom prst="rect">
                <a:avLst/>
              </a:prstGeom>
              <a:blipFill>
                <a:blip r:embed="rId5"/>
                <a:stretch>
                  <a:fillRect l="-37143" r="-3714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CB8F0E-C3FC-B372-F344-E89606E6540D}"/>
                  </a:ext>
                </a:extLst>
              </p:cNvPr>
              <p:cNvSpPr txBox="1"/>
              <p:nvPr/>
            </p:nvSpPr>
            <p:spPr>
              <a:xfrm>
                <a:off x="1042422" y="5707205"/>
                <a:ext cx="1830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CB8F0E-C3FC-B372-F344-E89606E65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422" y="5707205"/>
                <a:ext cx="183062" cy="276999"/>
              </a:xfrm>
              <a:prstGeom prst="rect">
                <a:avLst/>
              </a:prstGeom>
              <a:blipFill>
                <a:blip r:embed="rId6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C206BFD-98F7-9AAD-516C-95ECD7425EB0}"/>
              </a:ext>
            </a:extLst>
          </p:cNvPr>
          <p:cNvGrpSpPr/>
          <p:nvPr/>
        </p:nvGrpSpPr>
        <p:grpSpPr>
          <a:xfrm>
            <a:off x="2306236" y="3590595"/>
            <a:ext cx="1677425" cy="3051696"/>
            <a:chOff x="2510997" y="3166656"/>
            <a:chExt cx="1973174" cy="3589744"/>
          </a:xfrm>
        </p:grpSpPr>
        <p:sp>
          <p:nvSpPr>
            <p:cNvPr id="30" name="Trapezoid 29">
              <a:extLst>
                <a:ext uri="{FF2B5EF4-FFF2-40B4-BE49-F238E27FC236}">
                  <a16:creationId xmlns:a16="http://schemas.microsoft.com/office/drawing/2014/main" id="{E0E6AA99-7CCA-57C3-880C-DBFC1E696207}"/>
                </a:ext>
              </a:extLst>
            </p:cNvPr>
            <p:cNvSpPr/>
            <p:nvPr/>
          </p:nvSpPr>
          <p:spPr>
            <a:xfrm>
              <a:off x="2510997" y="3360828"/>
              <a:ext cx="1973174" cy="3395572"/>
            </a:xfrm>
            <a:prstGeom prst="trapezoid">
              <a:avLst>
                <a:gd name="adj" fmla="val 42212"/>
              </a:avLst>
            </a:prstGeom>
            <a:gradFill>
              <a:gsLst>
                <a:gs pos="16000">
                  <a:srgbClr val="FFFF66">
                    <a:alpha val="67843"/>
                  </a:srgbClr>
                </a:gs>
                <a:gs pos="73000">
                  <a:srgbClr val="FFF3CE"/>
                </a:gs>
                <a:gs pos="97000">
                  <a:schemeClr val="bg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9FE99BA-F443-A374-2A3E-8AB021B5B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3306576" y="3157856"/>
              <a:ext cx="374428" cy="392028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2381516-D9EE-775D-C1AD-989B7FE64343}"/>
                </a:ext>
              </a:extLst>
            </p:cNvPr>
            <p:cNvGrpSpPr/>
            <p:nvPr/>
          </p:nvGrpSpPr>
          <p:grpSpPr>
            <a:xfrm rot="436423">
              <a:off x="2792009" y="5160331"/>
              <a:ext cx="1094662" cy="1149236"/>
              <a:chOff x="2823380" y="5367947"/>
              <a:chExt cx="1094662" cy="1149236"/>
            </a:xfrm>
          </p:grpSpPr>
          <p:pic>
            <p:nvPicPr>
              <p:cNvPr id="31" name="Picture 12" descr="Image result for fish black">
                <a:extLst>
                  <a:ext uri="{FF2B5EF4-FFF2-40B4-BE49-F238E27FC236}">
                    <a16:creationId xmlns:a16="http://schemas.microsoft.com/office/drawing/2014/main" id="{B31736E3-9DAF-0427-45DB-B7BA63569E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83036">
                <a:off x="2823380" y="5367947"/>
                <a:ext cx="1094662" cy="1149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8391442-DE0E-FC39-EAA5-543512B5597C}"/>
                  </a:ext>
                </a:extLst>
              </p:cNvPr>
              <p:cNvSpPr/>
              <p:nvPr/>
            </p:nvSpPr>
            <p:spPr>
              <a:xfrm rot="21323231">
                <a:off x="3320493" y="5888180"/>
                <a:ext cx="266700" cy="87549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42AAC52-07D2-5390-576A-45484F2807C1}"/>
                    </a:ext>
                  </a:extLst>
                </p:cNvPr>
                <p:cNvSpPr txBox="1"/>
                <p:nvPr/>
              </p:nvSpPr>
              <p:spPr>
                <a:xfrm>
                  <a:off x="3112485" y="6088787"/>
                  <a:ext cx="71506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a14:m>
                  <a:r>
                    <a:rPr lang="en-GB"/>
                    <a:t>0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42AAC52-07D2-5390-576A-45484F280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2485" y="6088787"/>
                  <a:ext cx="71506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000" t="-34211" r="-39000" b="-7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E2DCA85-CC82-4AF2-F912-1C2E33C13BC9}"/>
              </a:ext>
            </a:extLst>
          </p:cNvPr>
          <p:cNvGrpSpPr/>
          <p:nvPr/>
        </p:nvGrpSpPr>
        <p:grpSpPr>
          <a:xfrm>
            <a:off x="4018135" y="4083673"/>
            <a:ext cx="1310572" cy="1949881"/>
            <a:chOff x="4007470" y="3627901"/>
            <a:chExt cx="1310572" cy="194988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FE76C42-E146-07AD-5CC6-68B27358A14A}"/>
                </a:ext>
              </a:extLst>
            </p:cNvPr>
            <p:cNvGrpSpPr/>
            <p:nvPr/>
          </p:nvGrpSpPr>
          <p:grpSpPr>
            <a:xfrm rot="3234881">
              <a:off x="4057365" y="4372560"/>
              <a:ext cx="1206809" cy="987390"/>
              <a:chOff x="4057365" y="4372560"/>
              <a:chExt cx="1206809" cy="987390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F641DD19-44FE-EA72-6B13-19EFC2FE03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Cutout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57365" y="4372560"/>
                <a:ext cx="1206809" cy="987390"/>
              </a:xfrm>
              <a:prstGeom prst="rect">
                <a:avLst/>
              </a:prstGeom>
            </p:spPr>
          </p:pic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5B60C9E-6C1C-B3E7-8E75-D257E655B67F}"/>
                  </a:ext>
                </a:extLst>
              </p:cNvPr>
              <p:cNvSpPr/>
              <p:nvPr/>
            </p:nvSpPr>
            <p:spPr>
              <a:xfrm rot="2701284">
                <a:off x="4422318" y="4738318"/>
                <a:ext cx="281719" cy="744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59E51B7-972B-F9F7-D91B-E6BC70E79F46}"/>
                </a:ext>
              </a:extLst>
            </p:cNvPr>
            <p:cNvGrpSpPr/>
            <p:nvPr/>
          </p:nvGrpSpPr>
          <p:grpSpPr>
            <a:xfrm>
              <a:off x="4007470" y="3627901"/>
              <a:ext cx="1310572" cy="1949881"/>
              <a:chOff x="4007470" y="3627901"/>
              <a:chExt cx="1310572" cy="1949881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07610F2-98EC-A649-5EFD-CF7B6C84890E}"/>
                  </a:ext>
                </a:extLst>
              </p:cNvPr>
              <p:cNvCxnSpPr>
                <a:cxnSpLocks/>
                <a:stCxn id="41" idx="6"/>
              </p:cNvCxnSpPr>
              <p:nvPr/>
            </p:nvCxnSpPr>
            <p:spPr>
              <a:xfrm flipV="1">
                <a:off x="4654719" y="3637096"/>
                <a:ext cx="0" cy="12360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422CE08-A1E3-A578-4953-34DEA485C7BA}"/>
                  </a:ext>
                </a:extLst>
              </p:cNvPr>
              <p:cNvSpPr/>
              <p:nvPr/>
            </p:nvSpPr>
            <p:spPr>
              <a:xfrm>
                <a:off x="4007470" y="4246286"/>
                <a:ext cx="1310572" cy="1331496"/>
              </a:xfrm>
              <a:prstGeom prst="ellipse">
                <a:avLst/>
              </a:prstGeom>
              <a:solidFill>
                <a:srgbClr val="FFFF66">
                  <a:alpha val="4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76904D2D-05C6-838C-9F79-596D48104E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2950" y="3673725"/>
                <a:ext cx="323850" cy="1764865"/>
              </a:xfrm>
              <a:prstGeom prst="straightConnector1">
                <a:avLst/>
              </a:prstGeom>
              <a:ln w="9525"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B4F08003-15DC-BB76-E752-A5E8E7DCACD1}"/>
                  </a:ext>
                </a:extLst>
              </p:cNvPr>
              <p:cNvSpPr/>
              <p:nvPr/>
            </p:nvSpPr>
            <p:spPr>
              <a:xfrm rot="3420020" flipH="1">
                <a:off x="4601665" y="3891296"/>
                <a:ext cx="274230" cy="249544"/>
              </a:xfrm>
              <a:prstGeom prst="arc">
                <a:avLst>
                  <a:gd name="adj1" fmla="val 16561805"/>
                  <a:gd name="adj2" fmla="val 607861"/>
                </a:avLst>
              </a:prstGeom>
              <a:ln w="635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3B164D7B-3E7D-31C2-A570-AB24C8DC26EB}"/>
                      </a:ext>
                    </a:extLst>
                  </p:cNvPr>
                  <p:cNvSpPr txBox="1"/>
                  <p:nvPr/>
                </p:nvSpPr>
                <p:spPr>
                  <a:xfrm>
                    <a:off x="4675809" y="3627901"/>
                    <a:ext cx="1830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GB"/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3B164D7B-3E7D-31C2-A570-AB24C8DC26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5809" y="3627901"/>
                    <a:ext cx="18306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26667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0" name="Arc 59">
            <a:extLst>
              <a:ext uri="{FF2B5EF4-FFF2-40B4-BE49-F238E27FC236}">
                <a16:creationId xmlns:a16="http://schemas.microsoft.com/office/drawing/2014/main" id="{1D0F964F-68FF-87F9-1E38-66C3FAF449B6}"/>
              </a:ext>
            </a:extLst>
          </p:cNvPr>
          <p:cNvSpPr/>
          <p:nvPr/>
        </p:nvSpPr>
        <p:spPr>
          <a:xfrm rot="7266389">
            <a:off x="789926" y="5026838"/>
            <a:ext cx="837571" cy="837979"/>
          </a:xfrm>
          <a:prstGeom prst="arc">
            <a:avLst>
              <a:gd name="adj1" fmla="val 16561805"/>
              <a:gd name="adj2" fmla="val 607861"/>
            </a:avLst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EB8C4-FB5D-7DBE-7903-F03E5A06B4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047" y="678618"/>
            <a:ext cx="3501468" cy="27724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E9DB43-4A0B-5916-4E3D-79BBF68A3240}"/>
              </a:ext>
            </a:extLst>
          </p:cNvPr>
          <p:cNvSpPr txBox="1"/>
          <p:nvPr/>
        </p:nvSpPr>
        <p:spPr>
          <a:xfrm>
            <a:off x="388172" y="678618"/>
            <a:ext cx="3595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/>
              <a:t>Orientation Distribution of N fish: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D8196-9497-03D8-F410-06A3DC386DF6}"/>
              </a:ext>
            </a:extLst>
          </p:cNvPr>
          <p:cNvSpPr txBox="1"/>
          <p:nvPr/>
        </p:nvSpPr>
        <p:spPr>
          <a:xfrm>
            <a:off x="8766542" y="64969"/>
            <a:ext cx="3766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/>
              <a:t>Modelled </a:t>
            </a:r>
            <a:r>
              <a:rPr lang="en-US" noProof="0" err="1"/>
              <a:t>Sv</a:t>
            </a:r>
            <a:r>
              <a:rPr lang="en-US" noProof="0"/>
              <a:t> (black) and its smoothed (red):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9E26D3-82D1-5582-91DA-BF00BEAD4066}"/>
              </a:ext>
            </a:extLst>
          </p:cNvPr>
          <p:cNvSpPr txBox="1"/>
          <p:nvPr/>
        </p:nvSpPr>
        <p:spPr>
          <a:xfrm>
            <a:off x="5824797" y="3332202"/>
            <a:ext cx="5346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/>
              <a:t>Smoothed curves of modeled </a:t>
            </a:r>
            <a:r>
              <a:rPr lang="en-US" noProof="0" err="1"/>
              <a:t>Sv</a:t>
            </a:r>
            <a:r>
              <a:rPr lang="en-US" noProof="0"/>
              <a:t> for different distribution of N fish: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91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6566-372B-3BA6-10FD-79E73A8B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1" y="90189"/>
            <a:ext cx="8623300" cy="624114"/>
          </a:xfrm>
        </p:spPr>
        <p:txBody>
          <a:bodyPr>
            <a:noAutofit/>
          </a:bodyPr>
          <a:lstStyle/>
          <a:p>
            <a:r>
              <a:rPr lang="en-US" sz="2800" noProof="0"/>
              <a:t>Effect of fish number (N) and size (L) for average tilt angle of 90 (Broadside):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F0023-71B8-ADB2-A4CB-843F9359C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745" y="1082709"/>
            <a:ext cx="7999048" cy="5121546"/>
          </a:xfrm>
          <a:prstGeom prst="rect">
            <a:avLst/>
          </a:prstGeom>
        </p:spPr>
      </p:pic>
      <p:pic>
        <p:nvPicPr>
          <p:cNvPr id="7" name="Picture 6" descr="A graph of a graph with lines and numbers&#10;&#10;AI-generated content may be incorrect.">
            <a:extLst>
              <a:ext uri="{FF2B5EF4-FFF2-40B4-BE49-F238E27FC236}">
                <a16:creationId xmlns:a16="http://schemas.microsoft.com/office/drawing/2014/main" id="{F7B45D0F-C82B-57C8-9E85-000F565C0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2710"/>
            <a:ext cx="2504232" cy="2346290"/>
          </a:xfrm>
          <a:prstGeom prst="rect">
            <a:avLst/>
          </a:prstGeom>
        </p:spPr>
      </p:pic>
      <p:pic>
        <p:nvPicPr>
          <p:cNvPr id="9" name="Picture 8" descr="A graph of a graph with blue lines&#10;&#10;AI-generated content may be incorrect.">
            <a:extLst>
              <a:ext uri="{FF2B5EF4-FFF2-40B4-BE49-F238E27FC236}">
                <a16:creationId xmlns:a16="http://schemas.microsoft.com/office/drawing/2014/main" id="{D363F3BB-6D60-6979-FEBB-85EDF5309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5410"/>
            <a:ext cx="2643653" cy="2476918"/>
          </a:xfrm>
          <a:prstGeom prst="rect">
            <a:avLst/>
          </a:prstGeom>
        </p:spPr>
      </p:pic>
      <p:pic>
        <p:nvPicPr>
          <p:cNvPr id="3" name="Picture 2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6E9426D0-403F-4629-46D9-84C26B9B0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5"/>
          <a:stretch>
            <a:fillRect/>
          </a:stretch>
        </p:blipFill>
        <p:spPr>
          <a:xfrm>
            <a:off x="8455699" y="56754"/>
            <a:ext cx="2300574" cy="2051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58B465-AAD7-9836-226F-44C3EF7446A6}"/>
              </a:ext>
            </a:extLst>
          </p:cNvPr>
          <p:cNvSpPr txBox="1"/>
          <p:nvPr/>
        </p:nvSpPr>
        <p:spPr>
          <a:xfrm>
            <a:off x="3024774" y="1164922"/>
            <a:ext cx="52906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Smoothed curves of modeled </a:t>
            </a:r>
            <a:r>
              <a:rPr lang="en-US" sz="1600" err="1"/>
              <a:t>Sv</a:t>
            </a:r>
            <a:r>
              <a:rPr lang="en-US" sz="1600"/>
              <a:t> under different scenarios</a:t>
            </a:r>
            <a:endParaRPr lang="en-GB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836FDA-3054-18F9-7E51-A221642B5EDF}"/>
                  </a:ext>
                </a:extLst>
              </p:cNvPr>
              <p:cNvSpPr txBox="1"/>
              <p:nvPr/>
            </p:nvSpPr>
            <p:spPr>
              <a:xfrm>
                <a:off x="1890643" y="6299727"/>
                <a:ext cx="10049565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For average tilt of </a:t>
                </a:r>
                <a14:m>
                  <m:oMath xmlns:m="http://schemas.openxmlformats.org/officeDocument/2006/math">
                    <m:r>
                      <a:rPr lang="nb-NO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2000" dirty="0"/>
                  <a:t> it is challenging to distinguish between size (L) and fish number (N)!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836FDA-3054-18F9-7E51-A221642B5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643" y="6299727"/>
                <a:ext cx="10049565" cy="400110"/>
              </a:xfrm>
              <a:prstGeom prst="rect">
                <a:avLst/>
              </a:prstGeom>
              <a:blipFill>
                <a:blip r:embed="rId6"/>
                <a:stretch>
                  <a:fillRect l="-606" t="-6061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664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CC44BEC-5F01-EAF1-3400-C56FE43FA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035" y="1433171"/>
            <a:ext cx="7712965" cy="4529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36B2E-0BD2-452C-0E2A-1D981500F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30"/>
          <a:stretch>
            <a:fillRect/>
          </a:stretch>
        </p:blipFill>
        <p:spPr>
          <a:xfrm>
            <a:off x="1751470" y="3912830"/>
            <a:ext cx="2672342" cy="2392356"/>
          </a:xfrm>
          <a:prstGeom prst="rect">
            <a:avLst/>
          </a:prstGeom>
        </p:spPr>
      </p:pic>
      <p:pic>
        <p:nvPicPr>
          <p:cNvPr id="7" name="Picture 6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6D315494-43EE-8739-824B-DE3D30D37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9"/>
          <a:stretch>
            <a:fillRect/>
          </a:stretch>
        </p:blipFill>
        <p:spPr>
          <a:xfrm>
            <a:off x="1658851" y="1098649"/>
            <a:ext cx="2672342" cy="2362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AB4FF5-97A3-4194-5844-E0E0C270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198100" cy="573227"/>
          </a:xfrm>
        </p:spPr>
        <p:txBody>
          <a:bodyPr>
            <a:normAutofit fontScale="90000"/>
          </a:bodyPr>
          <a:lstStyle/>
          <a:p>
            <a:r>
              <a:rPr lang="en-US" sz="3600"/>
              <a:t>Effect of average tilt angle for large herring: (L fish = 0.3 m)</a:t>
            </a:r>
            <a:endParaRPr lang="en-US" sz="3600" noProof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2D22F6-A29D-484E-A4DC-3D8FE7C2DD38}"/>
              </a:ext>
            </a:extLst>
          </p:cNvPr>
          <p:cNvGrpSpPr/>
          <p:nvPr/>
        </p:nvGrpSpPr>
        <p:grpSpPr>
          <a:xfrm>
            <a:off x="188007" y="893823"/>
            <a:ext cx="1644433" cy="2991674"/>
            <a:chOff x="-1991997" y="69026"/>
            <a:chExt cx="1728225" cy="3144115"/>
          </a:xfrm>
        </p:grpSpPr>
        <p:sp>
          <p:nvSpPr>
            <p:cNvPr id="14" name="Trapezoid 13">
              <a:extLst>
                <a:ext uri="{FF2B5EF4-FFF2-40B4-BE49-F238E27FC236}">
                  <a16:creationId xmlns:a16="http://schemas.microsoft.com/office/drawing/2014/main" id="{7177F10B-501D-FBF8-3602-D2D4AE8785EA}"/>
                </a:ext>
              </a:extLst>
            </p:cNvPr>
            <p:cNvSpPr/>
            <p:nvPr/>
          </p:nvSpPr>
          <p:spPr>
            <a:xfrm>
              <a:off x="-1991997" y="239095"/>
              <a:ext cx="1728225" cy="2974046"/>
            </a:xfrm>
            <a:prstGeom prst="trapezoid">
              <a:avLst>
                <a:gd name="adj" fmla="val 42212"/>
              </a:avLst>
            </a:prstGeom>
            <a:gradFill>
              <a:gsLst>
                <a:gs pos="16000">
                  <a:srgbClr val="FFFF66">
                    <a:alpha val="67843"/>
                  </a:srgbClr>
                </a:gs>
                <a:gs pos="73000">
                  <a:srgbClr val="FFF3CE"/>
                </a:gs>
                <a:gs pos="97000">
                  <a:schemeClr val="bg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B68A84A-5438-152C-0EF0-18B217C28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-1295180" y="61319"/>
              <a:ext cx="327947" cy="343362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0EDE3D1-F560-758B-426D-B7D3CE934903}"/>
                </a:ext>
              </a:extLst>
            </p:cNvPr>
            <p:cNvGrpSpPr/>
            <p:nvPr/>
          </p:nvGrpSpPr>
          <p:grpSpPr>
            <a:xfrm rot="20465416">
              <a:off x="-1745871" y="1815206"/>
              <a:ext cx="958771" cy="1006570"/>
              <a:chOff x="-1745871" y="1815206"/>
              <a:chExt cx="958771" cy="1006570"/>
            </a:xfrm>
          </p:grpSpPr>
          <p:pic>
            <p:nvPicPr>
              <p:cNvPr id="18" name="Picture 12" descr="Image result for fish black">
                <a:extLst>
                  <a:ext uri="{FF2B5EF4-FFF2-40B4-BE49-F238E27FC236}">
                    <a16:creationId xmlns:a16="http://schemas.microsoft.com/office/drawing/2014/main" id="{C3B9C731-AE95-DB30-714B-AD36022DDA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05332">
                <a:off x="-1745871" y="1815206"/>
                <a:ext cx="958771" cy="10065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9CBAB-4EC6-BA84-B26C-1CFDEC9F9CFC}"/>
                  </a:ext>
                </a:extLst>
              </p:cNvPr>
              <p:cNvSpPr/>
              <p:nvPr/>
            </p:nvSpPr>
            <p:spPr>
              <a:xfrm rot="1015296">
                <a:off x="-1309879" y="2280151"/>
                <a:ext cx="233592" cy="766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343BA65-EEF9-3451-70B5-D70CE2D51A6E}"/>
                    </a:ext>
                  </a:extLst>
                </p:cNvPr>
                <p:cNvSpPr txBox="1"/>
                <p:nvPr/>
              </p:nvSpPr>
              <p:spPr>
                <a:xfrm>
                  <a:off x="-1465177" y="2628412"/>
                  <a:ext cx="766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=90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343BA65-EEF9-3451-70B5-D70CE2D51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465177" y="2628412"/>
                  <a:ext cx="76636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3333" r="-10833" b="-418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2A415B9-54CC-7734-ADAA-90274C74A3F3}"/>
              </a:ext>
            </a:extLst>
          </p:cNvPr>
          <p:cNvGrpSpPr/>
          <p:nvPr/>
        </p:nvGrpSpPr>
        <p:grpSpPr>
          <a:xfrm>
            <a:off x="228474" y="3885496"/>
            <a:ext cx="1633896" cy="2972504"/>
            <a:chOff x="278978" y="3390196"/>
            <a:chExt cx="1728225" cy="3144115"/>
          </a:xfrm>
        </p:grpSpPr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8AB4A614-80D7-B1D9-CE51-08B9264DF3C0}"/>
                </a:ext>
              </a:extLst>
            </p:cNvPr>
            <p:cNvSpPr/>
            <p:nvPr/>
          </p:nvSpPr>
          <p:spPr>
            <a:xfrm>
              <a:off x="278978" y="3560265"/>
              <a:ext cx="1728225" cy="2974046"/>
            </a:xfrm>
            <a:prstGeom prst="trapezoid">
              <a:avLst>
                <a:gd name="adj" fmla="val 42212"/>
              </a:avLst>
            </a:prstGeom>
            <a:gradFill>
              <a:gsLst>
                <a:gs pos="16000">
                  <a:srgbClr val="FFFF66">
                    <a:alpha val="67843"/>
                  </a:srgbClr>
                </a:gs>
                <a:gs pos="73000">
                  <a:srgbClr val="FFF3CE"/>
                </a:gs>
                <a:gs pos="97000">
                  <a:schemeClr val="bg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3803004-18D4-118D-3F72-FCD041253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975795" y="3382489"/>
              <a:ext cx="327947" cy="343362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44CF968-8CEA-72DF-31B4-EAF4C7753627}"/>
                </a:ext>
              </a:extLst>
            </p:cNvPr>
            <p:cNvGrpSpPr/>
            <p:nvPr/>
          </p:nvGrpSpPr>
          <p:grpSpPr>
            <a:xfrm>
              <a:off x="525104" y="5136376"/>
              <a:ext cx="958771" cy="1006570"/>
              <a:chOff x="-1745871" y="1815206"/>
              <a:chExt cx="958771" cy="1006570"/>
            </a:xfrm>
          </p:grpSpPr>
          <p:pic>
            <p:nvPicPr>
              <p:cNvPr id="25" name="Picture 12" descr="Image result for fish black">
                <a:extLst>
                  <a:ext uri="{FF2B5EF4-FFF2-40B4-BE49-F238E27FC236}">
                    <a16:creationId xmlns:a16="http://schemas.microsoft.com/office/drawing/2014/main" id="{0FCF53D9-949D-9394-4A0E-0D58DC9564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05332">
                <a:off x="-1745871" y="1815206"/>
                <a:ext cx="958771" cy="10065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A7B45E4-2608-2660-6522-30DCC721A364}"/>
                  </a:ext>
                </a:extLst>
              </p:cNvPr>
              <p:cNvSpPr/>
              <p:nvPr/>
            </p:nvSpPr>
            <p:spPr>
              <a:xfrm rot="1015296">
                <a:off x="-1309879" y="2280151"/>
                <a:ext cx="233592" cy="766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D370EE-16D3-7F6C-AB78-69B6C80966D6}"/>
                    </a:ext>
                  </a:extLst>
                </p:cNvPr>
                <p:cNvSpPr txBox="1"/>
                <p:nvPr/>
              </p:nvSpPr>
              <p:spPr>
                <a:xfrm>
                  <a:off x="805798" y="5949582"/>
                  <a:ext cx="766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=75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D370EE-16D3-7F6C-AB78-69B6C8096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798" y="5949582"/>
                  <a:ext cx="76636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445" r="-10924" b="-418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801759-DDB4-AF52-ED7D-9E3135F80E9D}"/>
                  </a:ext>
                </a:extLst>
              </p:cNvPr>
              <p:cNvSpPr txBox="1"/>
              <p:nvPr/>
            </p:nvSpPr>
            <p:spPr>
              <a:xfrm>
                <a:off x="5182831" y="6058484"/>
                <a:ext cx="6780695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For large herrings, </a:t>
                </a:r>
                <a:r>
                  <a:rPr lang="en-US" sz="2000" dirty="0" err="1"/>
                  <a:t>Sv</a:t>
                </a:r>
                <a:r>
                  <a:rPr lang="en-US" sz="2000" dirty="0"/>
                  <a:t>(f) for average tilt of </a:t>
                </a:r>
                <a14:m>
                  <m:oMath xmlns:m="http://schemas.openxmlformats.org/officeDocument/2006/math">
                    <m:r>
                      <a:rPr lang="nb-NO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nb-N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2000" dirty="0"/>
                  <a:t> is different from</a:t>
                </a:r>
                <a:r>
                  <a:rPr lang="en-US" sz="2000" dirty="0"/>
                  <a:t> average tilt of </a:t>
                </a:r>
                <a14:m>
                  <m:oMath xmlns:m="http://schemas.openxmlformats.org/officeDocument/2006/math">
                    <m:r>
                      <a:rPr lang="nb-NO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nb-NO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2000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801759-DDB4-AF52-ED7D-9E3135F80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831" y="6058484"/>
                <a:ext cx="6780695" cy="707886"/>
              </a:xfrm>
              <a:prstGeom prst="rect">
                <a:avLst/>
              </a:prstGeom>
              <a:blipFill>
                <a:blip r:embed="rId9"/>
                <a:stretch>
                  <a:fillRect l="-898" t="-4310" r="-629" b="-15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01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8BF7-AF16-D80D-F434-496C3E1C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519A7436-967A-7557-57D4-676067B3A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637" y="1474499"/>
            <a:ext cx="7250889" cy="4192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B585DC-1540-2F2D-3C2C-F0A062CE8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30"/>
          <a:stretch>
            <a:fillRect/>
          </a:stretch>
        </p:blipFill>
        <p:spPr>
          <a:xfrm>
            <a:off x="1751470" y="3912830"/>
            <a:ext cx="2672342" cy="2392356"/>
          </a:xfrm>
          <a:prstGeom prst="rect">
            <a:avLst/>
          </a:prstGeom>
        </p:spPr>
      </p:pic>
      <p:pic>
        <p:nvPicPr>
          <p:cNvPr id="11" name="Picture 10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4E86D206-5500-0603-6A62-F18F7ECBC4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9"/>
          <a:stretch>
            <a:fillRect/>
          </a:stretch>
        </p:blipFill>
        <p:spPr>
          <a:xfrm>
            <a:off x="1658851" y="1098649"/>
            <a:ext cx="2672342" cy="236225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AAAE3C0-9551-70DD-D6B5-E4AB92F43596}"/>
              </a:ext>
            </a:extLst>
          </p:cNvPr>
          <p:cNvGrpSpPr/>
          <p:nvPr/>
        </p:nvGrpSpPr>
        <p:grpSpPr>
          <a:xfrm>
            <a:off x="188007" y="893823"/>
            <a:ext cx="1644433" cy="2991674"/>
            <a:chOff x="-1991997" y="69026"/>
            <a:chExt cx="1728225" cy="3144115"/>
          </a:xfrm>
        </p:grpSpPr>
        <p:sp>
          <p:nvSpPr>
            <p:cNvPr id="14" name="Trapezoid 13">
              <a:extLst>
                <a:ext uri="{FF2B5EF4-FFF2-40B4-BE49-F238E27FC236}">
                  <a16:creationId xmlns:a16="http://schemas.microsoft.com/office/drawing/2014/main" id="{C6F335E9-4375-8A0D-B0A1-53EED6468776}"/>
                </a:ext>
              </a:extLst>
            </p:cNvPr>
            <p:cNvSpPr/>
            <p:nvPr/>
          </p:nvSpPr>
          <p:spPr>
            <a:xfrm>
              <a:off x="-1991997" y="239095"/>
              <a:ext cx="1728225" cy="2974046"/>
            </a:xfrm>
            <a:prstGeom prst="trapezoid">
              <a:avLst>
                <a:gd name="adj" fmla="val 42212"/>
              </a:avLst>
            </a:prstGeom>
            <a:gradFill>
              <a:gsLst>
                <a:gs pos="16000">
                  <a:srgbClr val="FFFF66">
                    <a:alpha val="67843"/>
                  </a:srgbClr>
                </a:gs>
                <a:gs pos="73000">
                  <a:srgbClr val="FFF3CE"/>
                </a:gs>
                <a:gs pos="97000">
                  <a:schemeClr val="bg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C7C55FF-4E9B-CE00-7B88-11C7BA688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-1295180" y="61319"/>
              <a:ext cx="327947" cy="343362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C703B7F-C773-A35F-BECE-B3F3D43E9B6E}"/>
                </a:ext>
              </a:extLst>
            </p:cNvPr>
            <p:cNvGrpSpPr/>
            <p:nvPr/>
          </p:nvGrpSpPr>
          <p:grpSpPr>
            <a:xfrm rot="20465416">
              <a:off x="-1745871" y="1815206"/>
              <a:ext cx="958771" cy="1006570"/>
              <a:chOff x="-1745871" y="1815206"/>
              <a:chExt cx="958771" cy="1006570"/>
            </a:xfrm>
          </p:grpSpPr>
          <p:pic>
            <p:nvPicPr>
              <p:cNvPr id="18" name="Picture 12" descr="Image result for fish black">
                <a:extLst>
                  <a:ext uri="{FF2B5EF4-FFF2-40B4-BE49-F238E27FC236}">
                    <a16:creationId xmlns:a16="http://schemas.microsoft.com/office/drawing/2014/main" id="{641EF302-43E7-7FB3-7D75-B9988F449C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05332">
                <a:off x="-1745871" y="1815206"/>
                <a:ext cx="958771" cy="10065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73CED20-AE18-997C-A29C-1EA62E57CA11}"/>
                  </a:ext>
                </a:extLst>
              </p:cNvPr>
              <p:cNvSpPr/>
              <p:nvPr/>
            </p:nvSpPr>
            <p:spPr>
              <a:xfrm rot="1015296">
                <a:off x="-1309879" y="2280151"/>
                <a:ext cx="233592" cy="766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563D213-0579-7078-F791-31234B725E0A}"/>
                    </a:ext>
                  </a:extLst>
                </p:cNvPr>
                <p:cNvSpPr txBox="1"/>
                <p:nvPr/>
              </p:nvSpPr>
              <p:spPr>
                <a:xfrm>
                  <a:off x="-1465177" y="2628412"/>
                  <a:ext cx="766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=90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563D213-0579-7078-F791-31234B725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465177" y="2628412"/>
                  <a:ext cx="76636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3333" r="-10833" b="-418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C8C579-3B01-D5D4-F2DB-BEED9C3FE2FF}"/>
              </a:ext>
            </a:extLst>
          </p:cNvPr>
          <p:cNvGrpSpPr/>
          <p:nvPr/>
        </p:nvGrpSpPr>
        <p:grpSpPr>
          <a:xfrm>
            <a:off x="228474" y="3885496"/>
            <a:ext cx="1633896" cy="2972504"/>
            <a:chOff x="278978" y="3390196"/>
            <a:chExt cx="1728225" cy="3144115"/>
          </a:xfrm>
        </p:grpSpPr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563A2F80-5629-CF8A-75E0-DD1BBD1CB45D}"/>
                </a:ext>
              </a:extLst>
            </p:cNvPr>
            <p:cNvSpPr/>
            <p:nvPr/>
          </p:nvSpPr>
          <p:spPr>
            <a:xfrm>
              <a:off x="278978" y="3560265"/>
              <a:ext cx="1728225" cy="2974046"/>
            </a:xfrm>
            <a:prstGeom prst="trapezoid">
              <a:avLst>
                <a:gd name="adj" fmla="val 42212"/>
              </a:avLst>
            </a:prstGeom>
            <a:gradFill>
              <a:gsLst>
                <a:gs pos="16000">
                  <a:srgbClr val="FFFF66">
                    <a:alpha val="67843"/>
                  </a:srgbClr>
                </a:gs>
                <a:gs pos="73000">
                  <a:srgbClr val="FFF3CE"/>
                </a:gs>
                <a:gs pos="97000">
                  <a:schemeClr val="bg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98DA29B-00D2-5285-4967-20B65AD9E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975795" y="3382489"/>
              <a:ext cx="327947" cy="343362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06892CA-8981-52C6-E02F-EF50501A06D0}"/>
                </a:ext>
              </a:extLst>
            </p:cNvPr>
            <p:cNvGrpSpPr/>
            <p:nvPr/>
          </p:nvGrpSpPr>
          <p:grpSpPr>
            <a:xfrm>
              <a:off x="525104" y="5136376"/>
              <a:ext cx="958771" cy="1006570"/>
              <a:chOff x="-1745871" y="1815206"/>
              <a:chExt cx="958771" cy="1006570"/>
            </a:xfrm>
          </p:grpSpPr>
          <p:pic>
            <p:nvPicPr>
              <p:cNvPr id="25" name="Picture 12" descr="Image result for fish black">
                <a:extLst>
                  <a:ext uri="{FF2B5EF4-FFF2-40B4-BE49-F238E27FC236}">
                    <a16:creationId xmlns:a16="http://schemas.microsoft.com/office/drawing/2014/main" id="{D7BC47EA-D908-59CA-3FFA-12DB431342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05332">
                <a:off x="-1745871" y="1815206"/>
                <a:ext cx="958771" cy="10065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DC7D0A2-5D23-ADF6-EF23-C9D29A3F8255}"/>
                  </a:ext>
                </a:extLst>
              </p:cNvPr>
              <p:cNvSpPr/>
              <p:nvPr/>
            </p:nvSpPr>
            <p:spPr>
              <a:xfrm rot="1015296">
                <a:off x="-1309879" y="2280151"/>
                <a:ext cx="233592" cy="766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09A4AD8-C2FC-330E-4A18-A7DE3A4716FD}"/>
                    </a:ext>
                  </a:extLst>
                </p:cNvPr>
                <p:cNvSpPr txBox="1"/>
                <p:nvPr/>
              </p:nvSpPr>
              <p:spPr>
                <a:xfrm>
                  <a:off x="805798" y="5949582"/>
                  <a:ext cx="766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=75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09A4AD8-C2FC-330E-4A18-A7DE3A471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798" y="5949582"/>
                  <a:ext cx="76636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445" r="-10924" b="-418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5B43F408-2BEB-691E-39B1-23C49773E2E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0198100" cy="57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Effect of average tilt angle for small herring: (L fish = 0.1 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BF34AF-08A8-048B-3764-F44B5223726E}"/>
                  </a:ext>
                </a:extLst>
              </p:cNvPr>
              <p:cNvSpPr txBox="1"/>
              <p:nvPr/>
            </p:nvSpPr>
            <p:spPr>
              <a:xfrm>
                <a:off x="5182831" y="6058484"/>
                <a:ext cx="6780695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For small herrings, </a:t>
                </a:r>
                <a:r>
                  <a:rPr lang="en-US" sz="2000" dirty="0" err="1"/>
                  <a:t>Sv</a:t>
                </a:r>
                <a:r>
                  <a:rPr lang="en-US" sz="2000" dirty="0"/>
                  <a:t>(f) for average tilt of </a:t>
                </a:r>
                <a14:m>
                  <m:oMath xmlns:m="http://schemas.openxmlformats.org/officeDocument/2006/math">
                    <m:r>
                      <a:rPr lang="nb-NO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nb-N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2000" dirty="0"/>
                  <a:t> is </a:t>
                </a:r>
                <a:r>
                  <a:rPr lang="en-GB" sz="2000" dirty="0">
                    <a:solidFill>
                      <a:srgbClr val="FF0000"/>
                    </a:solidFill>
                  </a:rPr>
                  <a:t>NOT</a:t>
                </a:r>
                <a:r>
                  <a:rPr lang="en-GB" sz="2000" dirty="0"/>
                  <a:t> very different from</a:t>
                </a:r>
                <a:r>
                  <a:rPr lang="en-US" sz="2000" dirty="0"/>
                  <a:t> average tilt of </a:t>
                </a:r>
                <a14:m>
                  <m:oMath xmlns:m="http://schemas.openxmlformats.org/officeDocument/2006/math">
                    <m:r>
                      <a:rPr lang="nb-NO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nb-NO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2000" dirty="0"/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BF34AF-08A8-048B-3764-F44B52237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831" y="6058484"/>
                <a:ext cx="6780695" cy="707886"/>
              </a:xfrm>
              <a:prstGeom prst="rect">
                <a:avLst/>
              </a:prstGeom>
              <a:blipFill>
                <a:blip r:embed="rId9"/>
                <a:stretch>
                  <a:fillRect l="-898" t="-4310" b="-15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30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2CB9C-E1E6-BBE9-6873-6729A7D1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3543AB-64AF-8FBB-3208-B3580839F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39"/>
          <a:stretch>
            <a:fillRect/>
          </a:stretch>
        </p:blipFill>
        <p:spPr>
          <a:xfrm>
            <a:off x="2033140" y="4436919"/>
            <a:ext cx="2854184" cy="2392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A58663-0938-97E8-1CE6-9294CEEA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25"/>
            <a:ext cx="10515600" cy="474847"/>
          </a:xfrm>
        </p:spPr>
        <p:txBody>
          <a:bodyPr>
            <a:normAutofit fontScale="90000"/>
          </a:bodyPr>
          <a:lstStyle/>
          <a:p>
            <a:r>
              <a:rPr lang="en-US" sz="3200" noProof="0" err="1"/>
              <a:t>Sv</a:t>
            </a:r>
            <a:r>
              <a:rPr lang="en-US" sz="3200" noProof="0"/>
              <a:t>(f) for small and large herring when the average tilt is less than 90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3ECB62-614C-47CF-2F07-5971F1A94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30"/>
          <a:stretch>
            <a:fillRect/>
          </a:stretch>
        </p:blipFill>
        <p:spPr>
          <a:xfrm>
            <a:off x="2033140" y="747992"/>
            <a:ext cx="2672342" cy="2392356"/>
          </a:xfrm>
          <a:prstGeom prst="rect">
            <a:avLst/>
          </a:prstGeom>
        </p:spPr>
      </p:pic>
      <p:pic>
        <p:nvPicPr>
          <p:cNvPr id="24" name="Picture 23" descr="A graph of colored lines&#10;&#10;AI-generated content may be incorrect.">
            <a:extLst>
              <a:ext uri="{FF2B5EF4-FFF2-40B4-BE49-F238E27FC236}">
                <a16:creationId xmlns:a16="http://schemas.microsoft.com/office/drawing/2014/main" id="{00FCAEBD-87EA-331E-3B18-08E8D0541F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324" y="669790"/>
            <a:ext cx="6826892" cy="4008816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17708BB-0FA4-370B-8F65-F328300D926D}"/>
              </a:ext>
            </a:extLst>
          </p:cNvPr>
          <p:cNvGrpSpPr/>
          <p:nvPr/>
        </p:nvGrpSpPr>
        <p:grpSpPr>
          <a:xfrm>
            <a:off x="180871" y="548829"/>
            <a:ext cx="1583143" cy="2880171"/>
            <a:chOff x="2140800" y="3263742"/>
            <a:chExt cx="1973174" cy="3589744"/>
          </a:xfrm>
        </p:grpSpPr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02A217FC-1515-26C6-FB6C-34B6370753FF}"/>
                </a:ext>
              </a:extLst>
            </p:cNvPr>
            <p:cNvSpPr/>
            <p:nvPr/>
          </p:nvSpPr>
          <p:spPr>
            <a:xfrm>
              <a:off x="2140800" y="3457914"/>
              <a:ext cx="1973174" cy="3395572"/>
            </a:xfrm>
            <a:prstGeom prst="trapezoid">
              <a:avLst>
                <a:gd name="adj" fmla="val 42212"/>
              </a:avLst>
            </a:prstGeom>
            <a:gradFill>
              <a:gsLst>
                <a:gs pos="16000">
                  <a:srgbClr val="FFFF66">
                    <a:alpha val="67843"/>
                  </a:srgbClr>
                </a:gs>
                <a:gs pos="73000">
                  <a:srgbClr val="FFF3CE"/>
                </a:gs>
                <a:gs pos="97000">
                  <a:schemeClr val="bg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07E2E58-E897-3CBE-56B1-DBEC295A4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2936379" y="3254942"/>
              <a:ext cx="374428" cy="392028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54644DB-9F3E-BDCA-F3D5-41457BF240A6}"/>
                </a:ext>
              </a:extLst>
            </p:cNvPr>
            <p:cNvGrpSpPr/>
            <p:nvPr/>
          </p:nvGrpSpPr>
          <p:grpSpPr>
            <a:xfrm rot="436423">
              <a:off x="2421812" y="5257417"/>
              <a:ext cx="1094662" cy="1149236"/>
              <a:chOff x="2823380" y="5367947"/>
              <a:chExt cx="1094662" cy="1149236"/>
            </a:xfrm>
          </p:grpSpPr>
          <p:pic>
            <p:nvPicPr>
              <p:cNvPr id="30" name="Picture 12" descr="Image result for fish black">
                <a:extLst>
                  <a:ext uri="{FF2B5EF4-FFF2-40B4-BE49-F238E27FC236}">
                    <a16:creationId xmlns:a16="http://schemas.microsoft.com/office/drawing/2014/main" id="{4E4D47F2-A06A-3C65-45FD-1370C47138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68909">
                <a:off x="2823380" y="5367947"/>
                <a:ext cx="1094662" cy="11492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BEB048F-6635-0332-F3B7-68BAC9DF3743}"/>
                  </a:ext>
                </a:extLst>
              </p:cNvPr>
              <p:cNvSpPr/>
              <p:nvPr/>
            </p:nvSpPr>
            <p:spPr>
              <a:xfrm rot="578873">
                <a:off x="3320493" y="5888180"/>
                <a:ext cx="266700" cy="87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CF123D-0D33-0566-5ED2-16D48755686B}"/>
                    </a:ext>
                  </a:extLst>
                </p:cNvPr>
                <p:cNvSpPr txBox="1"/>
                <p:nvPr/>
              </p:nvSpPr>
              <p:spPr>
                <a:xfrm>
                  <a:off x="2742288" y="6185873"/>
                  <a:ext cx="766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=75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CCF123D-0D33-0566-5ED2-16D487556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288" y="6185873"/>
                  <a:ext cx="76636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822" r="-29703" b="-6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DE8CC09-870A-4738-FD4C-D7E12591E4E1}"/>
              </a:ext>
            </a:extLst>
          </p:cNvPr>
          <p:cNvSpPr txBox="1"/>
          <p:nvPr/>
        </p:nvSpPr>
        <p:spPr>
          <a:xfrm>
            <a:off x="5923503" y="4830186"/>
            <a:ext cx="6159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At lower frequencies (10–30 kHz), schools can be better distinguished when the average tilt is less than 90°</a:t>
            </a:r>
            <a:endParaRPr lang="en-GB" sz="2400"/>
          </a:p>
        </p:txBody>
      </p:sp>
      <p:pic>
        <p:nvPicPr>
          <p:cNvPr id="1030" name="Picture 6" descr="Lamp - Free education icons">
            <a:extLst>
              <a:ext uri="{FF2B5EF4-FFF2-40B4-BE49-F238E27FC236}">
                <a16:creationId xmlns:a16="http://schemas.microsoft.com/office/drawing/2014/main" id="{25F02FC9-AEFA-1033-DF00-9709F55A3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287" y="4830186"/>
            <a:ext cx="885216" cy="8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2,200+ Fishing Boat Icon Stock Illustrations, Royalty-Free Vector Graphics  &amp; Clip Art - iStock | Fishing trawler, Fishing gear">
            <a:extLst>
              <a:ext uri="{FF2B5EF4-FFF2-40B4-BE49-F238E27FC236}">
                <a16:creationId xmlns:a16="http://schemas.microsoft.com/office/drawing/2014/main" id="{ADD64805-D67D-4876-1273-87DE970A6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79" y="3208914"/>
            <a:ext cx="2021768" cy="154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6ADD698-9C1E-7DDF-5F7D-DF54B3BAF47B}"/>
              </a:ext>
            </a:extLst>
          </p:cNvPr>
          <p:cNvGrpSpPr/>
          <p:nvPr/>
        </p:nvGrpSpPr>
        <p:grpSpPr>
          <a:xfrm rot="19960450">
            <a:off x="2393823" y="4149675"/>
            <a:ext cx="1302125" cy="2350360"/>
            <a:chOff x="2140800" y="3263742"/>
            <a:chExt cx="1973174" cy="3589744"/>
          </a:xfrm>
        </p:grpSpPr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514FBA8C-B3C9-0B39-5A3C-4F9FB47F6156}"/>
                </a:ext>
              </a:extLst>
            </p:cNvPr>
            <p:cNvSpPr/>
            <p:nvPr/>
          </p:nvSpPr>
          <p:spPr>
            <a:xfrm>
              <a:off x="2140800" y="3457914"/>
              <a:ext cx="1973174" cy="3395572"/>
            </a:xfrm>
            <a:prstGeom prst="trapezoid">
              <a:avLst>
                <a:gd name="adj" fmla="val 42212"/>
              </a:avLst>
            </a:prstGeom>
            <a:gradFill>
              <a:gsLst>
                <a:gs pos="16000">
                  <a:srgbClr val="FFFF66">
                    <a:alpha val="58000"/>
                  </a:srgbClr>
                </a:gs>
                <a:gs pos="73000">
                  <a:srgbClr val="FFF3CE">
                    <a:alpha val="51000"/>
                  </a:srgbClr>
                </a:gs>
                <a:gs pos="97000">
                  <a:schemeClr val="bg1">
                    <a:alpha val="32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4D9CB1-756E-16CE-C55B-3563119BF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5400000">
              <a:off x="2936379" y="3254942"/>
              <a:ext cx="374428" cy="392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3868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3B0E-1450-DDAB-9378-73631F3F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Low frequency resonance peaks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E86E8-8786-5BC0-28AD-07F31762066A}"/>
              </a:ext>
            </a:extLst>
          </p:cNvPr>
          <p:cNvSpPr txBox="1"/>
          <p:nvPr/>
        </p:nvSpPr>
        <p:spPr>
          <a:xfrm>
            <a:off x="838200" y="216673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50 m depth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12F5C-2BD7-6B42-2EC9-A1B14B577E38}"/>
              </a:ext>
            </a:extLst>
          </p:cNvPr>
          <p:cNvSpPr txBox="1"/>
          <p:nvPr/>
        </p:nvSpPr>
        <p:spPr>
          <a:xfrm>
            <a:off x="6854762" y="2166730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100 m depth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1F3B57-4FB1-CE50-1D51-0E484628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72" y="2491052"/>
            <a:ext cx="5756406" cy="3301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54B6CF-594B-81F0-9C62-4B891A273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78" y="2491051"/>
            <a:ext cx="5803990" cy="330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41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40A4-387E-5A9E-FDCE-00891620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22B0E6F-7466-43D9-8219-4A2AA5D98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39" y="3707416"/>
            <a:ext cx="5364052" cy="3130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67869E-8313-5EAF-15E6-CEA69DB4F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022" y="3707416"/>
            <a:ext cx="5364052" cy="31505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D32364-3F07-33DB-BCE9-9D6845C5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Can the resonance peaks be detected from multiple observations of the same aggregation?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B0994-542E-3701-2882-68E488B97C3D}"/>
              </a:ext>
            </a:extLst>
          </p:cNvPr>
          <p:cNvSpPr txBox="1"/>
          <p:nvPr/>
        </p:nvSpPr>
        <p:spPr>
          <a:xfrm>
            <a:off x="1673148" y="5909339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10 cm herring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4B1FB-6EAA-F8FD-A18E-91C220122A80}"/>
              </a:ext>
            </a:extLst>
          </p:cNvPr>
          <p:cNvSpPr txBox="1"/>
          <p:nvPr/>
        </p:nvSpPr>
        <p:spPr>
          <a:xfrm>
            <a:off x="8975604" y="5900600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30 cm herring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1CEF59-C275-7EEF-58DF-6D462FD5E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24" y="1501663"/>
            <a:ext cx="2756657" cy="223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08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DB9D-174E-09AA-39EC-5D7C3411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F1B784-F22A-C893-4446-3DC570B3D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1" y="2293548"/>
            <a:ext cx="6096000" cy="35274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25A6BD-6163-1382-70F2-CDD74211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Can we detect mixed sized aggregations?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DC4DB-FB23-BE57-D1C3-89C6A09364B8}"/>
              </a:ext>
            </a:extLst>
          </p:cNvPr>
          <p:cNvSpPr txBox="1"/>
          <p:nvPr/>
        </p:nvSpPr>
        <p:spPr>
          <a:xfrm>
            <a:off x="4052574" y="4608541"/>
            <a:ext cx="760230" cy="274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/>
              <a:t>50/50 mix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E38FA-D81F-AC6F-76A5-C031DEFB7293}"/>
              </a:ext>
            </a:extLst>
          </p:cNvPr>
          <p:cNvSpPr txBox="1"/>
          <p:nvPr/>
        </p:nvSpPr>
        <p:spPr>
          <a:xfrm>
            <a:off x="498699" y="2003165"/>
            <a:ext cx="176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40 observations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404F2E-F84D-5311-578B-58791D89E42B}"/>
              </a:ext>
            </a:extLst>
          </p:cNvPr>
          <p:cNvSpPr txBox="1"/>
          <p:nvPr/>
        </p:nvSpPr>
        <p:spPr>
          <a:xfrm>
            <a:off x="6491726" y="2003165"/>
            <a:ext cx="176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80 observations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8E2A00-39D6-7EE6-7617-F7BFF36D6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293548"/>
            <a:ext cx="6021859" cy="353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2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605C-3668-EF9E-80F1-B720905B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Concluding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9219B-FA13-5EB5-3B19-FC2B1EA5E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prolate spheroid is a good approximation for the </a:t>
            </a:r>
            <a:r>
              <a:rPr lang="en-US" err="1"/>
              <a:t>swimbladder</a:t>
            </a:r>
            <a:endParaRPr lang="en-US"/>
          </a:p>
          <a:p>
            <a:r>
              <a:rPr lang="en-US" noProof="0"/>
              <a:t>Super positioning principle works</a:t>
            </a:r>
          </a:p>
          <a:p>
            <a:r>
              <a:rPr lang="en-US" noProof="0"/>
              <a:t>There is large variability in the backscatter for aggregations in the high frequencies</a:t>
            </a:r>
          </a:p>
          <a:p>
            <a:r>
              <a:rPr lang="en-US"/>
              <a:t>Including the 10–30 kHz band has potential for school sizing under certain conditions (average tilt different from 90).</a:t>
            </a:r>
          </a:p>
          <a:p>
            <a:r>
              <a:rPr lang="en-US" noProof="0"/>
              <a:t>There may be a potential to differentiate size in the low resonance peak range</a:t>
            </a:r>
          </a:p>
        </p:txBody>
      </p:sp>
    </p:spTree>
    <p:extLst>
      <p:ext uri="{BB962C8B-B14F-4D97-AF65-F5344CB8AC3E}">
        <p14:creationId xmlns:p14="http://schemas.microsoft.com/office/powerpoint/2010/main" val="3643874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blue object&#10;&#10;AI-generated content may be incorrect.">
            <a:extLst>
              <a:ext uri="{FF2B5EF4-FFF2-40B4-BE49-F238E27FC236}">
                <a16:creationId xmlns:a16="http://schemas.microsoft.com/office/drawing/2014/main" id="{177CFE64-7D6F-6E97-8F9C-1691A6E40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7" y="1033962"/>
            <a:ext cx="2839934" cy="3128690"/>
          </a:xfrm>
          <a:prstGeom prst="rect">
            <a:avLst/>
          </a:prstGeom>
        </p:spPr>
      </p:pic>
      <p:pic>
        <p:nvPicPr>
          <p:cNvPr id="13" name="Picture 12" descr="A graph of a graph showing a number of numbers&#10;&#10;AI-generated content may be incorrect.">
            <a:extLst>
              <a:ext uri="{FF2B5EF4-FFF2-40B4-BE49-F238E27FC236}">
                <a16:creationId xmlns:a16="http://schemas.microsoft.com/office/drawing/2014/main" id="{044E8658-2DB4-CF31-06B4-896AFF844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601" y="1528599"/>
            <a:ext cx="3414628" cy="21394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D4A2D2-C232-C690-392D-2A9F56224EE1}"/>
              </a:ext>
            </a:extLst>
          </p:cNvPr>
          <p:cNvSpPr txBox="1"/>
          <p:nvPr/>
        </p:nvSpPr>
        <p:spPr>
          <a:xfrm>
            <a:off x="40730" y="4441309"/>
            <a:ext cx="62658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With same volume and length as the scanned </a:t>
            </a:r>
            <a:r>
              <a:rPr lang="en-GB" err="1"/>
              <a:t>swimbladder</a:t>
            </a:r>
            <a:r>
              <a:rPr lang="en-GB"/>
              <a:t>: </a:t>
            </a:r>
          </a:p>
          <a:p>
            <a:r>
              <a:rPr lang="en-GB"/>
              <a:t>a=0.0407 m</a:t>
            </a:r>
          </a:p>
          <a:p>
            <a:r>
              <a:rPr lang="en-GB"/>
              <a:t>b=0.0039 m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62C6C7-3419-A4EA-7AE7-8D6E0F4BBCDE}"/>
              </a:ext>
            </a:extLst>
          </p:cNvPr>
          <p:cNvGrpSpPr/>
          <p:nvPr/>
        </p:nvGrpSpPr>
        <p:grpSpPr>
          <a:xfrm>
            <a:off x="516306" y="5257689"/>
            <a:ext cx="4227496" cy="1498836"/>
            <a:chOff x="806106" y="4766349"/>
            <a:chExt cx="4227496" cy="149883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8AE19CE-E0E1-D1CF-4F2D-1DD93EE5EC52}"/>
                </a:ext>
              </a:extLst>
            </p:cNvPr>
            <p:cNvGrpSpPr/>
            <p:nvPr/>
          </p:nvGrpSpPr>
          <p:grpSpPr>
            <a:xfrm>
              <a:off x="806106" y="5256659"/>
              <a:ext cx="4227496" cy="1008526"/>
              <a:chOff x="4188336" y="2307550"/>
              <a:chExt cx="3091048" cy="737411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64177DF-E83C-EE4F-03B3-B5B22D50DA7B}"/>
                  </a:ext>
                </a:extLst>
              </p:cNvPr>
              <p:cNvSpPr/>
              <p:nvPr/>
            </p:nvSpPr>
            <p:spPr>
              <a:xfrm>
                <a:off x="4355323" y="2307550"/>
                <a:ext cx="2823293" cy="737411"/>
              </a:xfrm>
              <a:prstGeom prst="ellipse">
                <a:avLst/>
              </a:prstGeom>
              <a:solidFill>
                <a:schemeClr val="bg2">
                  <a:alpha val="89000"/>
                </a:schemeClr>
              </a:solidFill>
              <a:ln>
                <a:noFill/>
              </a:ln>
              <a:effectLst>
                <a:innerShdw blurRad="342900" dist="127000" dir="54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989C0D74-E22C-9584-03AF-0D5064BF88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8336" y="2676256"/>
                <a:ext cx="3091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9E7C321-A7E9-8D3E-07E7-88482C07F120}"/>
                  </a:ext>
                </a:extLst>
              </p:cNvPr>
              <p:cNvSpPr/>
              <p:nvPr/>
            </p:nvSpPr>
            <p:spPr>
              <a:xfrm>
                <a:off x="5690955" y="2320354"/>
                <a:ext cx="192930" cy="724607"/>
              </a:xfrm>
              <a:prstGeom prst="ellipse">
                <a:avLst/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A0E884F-FE4B-DB1F-3788-58E0BA137C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87" y="5114611"/>
              <a:ext cx="386129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24553A-06EC-0807-39DA-606D14785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5786" y="5083056"/>
              <a:ext cx="0" cy="77834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A365001-B22C-309D-7677-EEC558226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400" y="5003129"/>
              <a:ext cx="0" cy="77834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7B72F8-CDAC-69DF-D8C7-C320EB3183BA}"/>
                    </a:ext>
                  </a:extLst>
                </p:cNvPr>
                <p:cNvSpPr txBox="1"/>
                <p:nvPr/>
              </p:nvSpPr>
              <p:spPr>
                <a:xfrm>
                  <a:off x="2778322" y="4766349"/>
                  <a:ext cx="4295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7B72F8-CDAC-69DF-D8C7-C320EB318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8322" y="4766349"/>
                  <a:ext cx="4295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04C9EF1-A3A4-C6D0-56EC-425CDDD09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3105" y="5392302"/>
              <a:ext cx="82306" cy="3773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5954754-2ED8-B3C0-E288-6E4B2B676D3E}"/>
                    </a:ext>
                  </a:extLst>
                </p:cNvPr>
                <p:cNvSpPr txBox="1"/>
                <p:nvPr/>
              </p:nvSpPr>
              <p:spPr>
                <a:xfrm>
                  <a:off x="2752310" y="5351196"/>
                  <a:ext cx="4295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5954754-2ED8-B3C0-E288-6E4B2B676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310" y="5351196"/>
                  <a:ext cx="42956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617757-3026-931C-0C2A-5DF90CDA6F95}"/>
                  </a:ext>
                </a:extLst>
              </p:cNvPr>
              <p:cNvSpPr txBox="1"/>
              <p:nvPr/>
            </p:nvSpPr>
            <p:spPr>
              <a:xfrm>
                <a:off x="135783" y="4108569"/>
                <a:ext cx="26498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=2.62189×</m:t>
                      </m:r>
                      <m:sSup>
                        <m:sSup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617757-3026-931C-0C2A-5DF90CDA6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" y="4108569"/>
                <a:ext cx="2649828" cy="276999"/>
              </a:xfrm>
              <a:prstGeom prst="rect">
                <a:avLst/>
              </a:prstGeom>
              <a:blipFill>
                <a:blip r:embed="rId6"/>
                <a:stretch>
                  <a:fillRect l="-1609" t="-2222" r="-46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3" descr="A graph of a graph&#10;&#10;AI-generated content may be incorrect.">
            <a:extLst>
              <a:ext uri="{FF2B5EF4-FFF2-40B4-BE49-F238E27FC236}">
                <a16:creationId xmlns:a16="http://schemas.microsoft.com/office/drawing/2014/main" id="{8357BF48-FF0C-DEF3-D2C5-589043C0B2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942" y="3213332"/>
            <a:ext cx="4483366" cy="3479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A7040B4-E5DD-205E-0295-4872469D8CED}"/>
                  </a:ext>
                </a:extLst>
              </p:cNvPr>
              <p:cNvSpPr txBox="1"/>
              <p:nvPr/>
            </p:nvSpPr>
            <p:spPr>
              <a:xfrm>
                <a:off x="8826276" y="2417800"/>
                <a:ext cx="31600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/>
                  <a:t>Broadside incidence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=90°</m:t>
                    </m:r>
                  </m:oMath>
                </a14:m>
                <a:endParaRPr lang="en-US" noProof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A7040B4-E5DD-205E-0295-4872469D8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276" y="2417800"/>
                <a:ext cx="3160032" cy="369332"/>
              </a:xfrm>
              <a:prstGeom prst="rect">
                <a:avLst/>
              </a:prstGeom>
              <a:blipFill>
                <a:blip r:embed="rId8"/>
                <a:stretch>
                  <a:fillRect l="-173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C9D032C7-6C3F-DEE0-BC95-A45F714FF993}"/>
              </a:ext>
            </a:extLst>
          </p:cNvPr>
          <p:cNvGrpSpPr/>
          <p:nvPr/>
        </p:nvGrpSpPr>
        <p:grpSpPr>
          <a:xfrm rot="20866388">
            <a:off x="8875292" y="1533446"/>
            <a:ext cx="3091048" cy="519644"/>
            <a:chOff x="164960" y="5773432"/>
            <a:chExt cx="3091048" cy="51964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AA26C42-2D20-A95E-A777-E01C24BCA065}"/>
                </a:ext>
              </a:extLst>
            </p:cNvPr>
            <p:cNvSpPr/>
            <p:nvPr/>
          </p:nvSpPr>
          <p:spPr>
            <a:xfrm rot="16200000">
              <a:off x="1421121" y="4887205"/>
              <a:ext cx="519644" cy="229209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2"/>
              </a:solidFill>
            </a:ln>
            <a:effectLst>
              <a:innerShdw blurRad="63500" dist="50800" dir="81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E9E3A9E6-9679-D4B9-D47B-B0E7096FD6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960" y="6033254"/>
              <a:ext cx="3091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8AE2FD8-0BC8-180F-FF29-F92DE404726A}"/>
              </a:ext>
            </a:extLst>
          </p:cNvPr>
          <p:cNvCxnSpPr>
            <a:cxnSpLocks/>
          </p:cNvCxnSpPr>
          <p:nvPr/>
        </p:nvCxnSpPr>
        <p:spPr>
          <a:xfrm>
            <a:off x="10391274" y="880654"/>
            <a:ext cx="0" cy="91261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1FA1475-4C48-5404-C470-B3F9047CA206}"/>
              </a:ext>
            </a:extLst>
          </p:cNvPr>
          <p:cNvCxnSpPr>
            <a:cxnSpLocks/>
          </p:cNvCxnSpPr>
          <p:nvPr/>
        </p:nvCxnSpPr>
        <p:spPr>
          <a:xfrm>
            <a:off x="10391274" y="616428"/>
            <a:ext cx="0" cy="54772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9A10FEA-7FA9-F262-99D8-77D013892B98}"/>
              </a:ext>
            </a:extLst>
          </p:cNvPr>
          <p:cNvCxnSpPr/>
          <p:nvPr/>
        </p:nvCxnSpPr>
        <p:spPr>
          <a:xfrm>
            <a:off x="10206623" y="772589"/>
            <a:ext cx="3906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BF67A-9B76-EF81-0688-0F20F3DF987B}"/>
              </a:ext>
            </a:extLst>
          </p:cNvPr>
          <p:cNvCxnSpPr/>
          <p:nvPr/>
        </p:nvCxnSpPr>
        <p:spPr>
          <a:xfrm>
            <a:off x="10206623" y="839783"/>
            <a:ext cx="3906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B97E023-E3DD-FBAB-8F55-F87373C0F27D}"/>
              </a:ext>
            </a:extLst>
          </p:cNvPr>
          <p:cNvCxnSpPr/>
          <p:nvPr/>
        </p:nvCxnSpPr>
        <p:spPr>
          <a:xfrm>
            <a:off x="10206623" y="707473"/>
            <a:ext cx="3906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E6328DC-E681-387D-7CD6-482C7AF594C9}"/>
                  </a:ext>
                </a:extLst>
              </p:cNvPr>
              <p:cNvSpPr txBox="1"/>
              <p:nvPr/>
            </p:nvSpPr>
            <p:spPr>
              <a:xfrm>
                <a:off x="10625714" y="1158175"/>
                <a:ext cx="19427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E6328DC-E681-387D-7CD6-482C7AF59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714" y="1158175"/>
                <a:ext cx="194274" cy="307777"/>
              </a:xfrm>
              <a:prstGeom prst="rect">
                <a:avLst/>
              </a:prstGeom>
              <a:blipFill>
                <a:blip r:embed="rId9"/>
                <a:stretch>
                  <a:fillRect l="-56250" r="-53125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Arc 71">
            <a:extLst>
              <a:ext uri="{FF2B5EF4-FFF2-40B4-BE49-F238E27FC236}">
                <a16:creationId xmlns:a16="http://schemas.microsoft.com/office/drawing/2014/main" id="{0F7DB312-D737-ED8D-4B6F-CBE629C6D4A1}"/>
              </a:ext>
            </a:extLst>
          </p:cNvPr>
          <p:cNvSpPr/>
          <p:nvPr/>
        </p:nvSpPr>
        <p:spPr>
          <a:xfrm>
            <a:off x="9946769" y="1366765"/>
            <a:ext cx="889009" cy="1135236"/>
          </a:xfrm>
          <a:prstGeom prst="arc">
            <a:avLst>
              <a:gd name="adj1" fmla="val 16200000"/>
              <a:gd name="adj2" fmla="val 1985138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C19F03-FD74-BE37-34A3-8FD30316FEBC}"/>
              </a:ext>
            </a:extLst>
          </p:cNvPr>
          <p:cNvSpPr txBox="1"/>
          <p:nvPr/>
        </p:nvSpPr>
        <p:spPr>
          <a:xfrm>
            <a:off x="10639969" y="332320"/>
            <a:ext cx="925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Incident wave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4969A44E-7E69-4FEF-E3D6-8AAE953F9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83" y="-1"/>
            <a:ext cx="8238654" cy="857295"/>
          </a:xfrm>
        </p:spPr>
        <p:txBody>
          <a:bodyPr>
            <a:noAutofit/>
          </a:bodyPr>
          <a:lstStyle/>
          <a:p>
            <a:r>
              <a:rPr lang="en-US" sz="2800"/>
              <a:t>Can a Prolate Spheroid Acoustically Represent the Herring </a:t>
            </a:r>
            <a:r>
              <a:rPr lang="en-US" sz="2800" err="1"/>
              <a:t>Swimbladder</a:t>
            </a:r>
            <a:r>
              <a:rPr lang="en-US" sz="2800"/>
              <a:t>?</a:t>
            </a:r>
            <a:endParaRPr lang="en-US" sz="2800" noProof="0"/>
          </a:p>
        </p:txBody>
      </p:sp>
    </p:spTree>
    <p:extLst>
      <p:ext uri="{BB962C8B-B14F-4D97-AF65-F5344CB8AC3E}">
        <p14:creationId xmlns:p14="http://schemas.microsoft.com/office/powerpoint/2010/main" val="1016044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319EA-875D-A9FD-6D4E-4018DE4C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blue object&#10;&#10;AI-generated content may be incorrect.">
            <a:extLst>
              <a:ext uri="{FF2B5EF4-FFF2-40B4-BE49-F238E27FC236}">
                <a16:creationId xmlns:a16="http://schemas.microsoft.com/office/drawing/2014/main" id="{FE3FB5C5-B041-9F1D-AB9E-72D4304CE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49" y="857294"/>
            <a:ext cx="3221600" cy="3549163"/>
          </a:xfrm>
          <a:prstGeom prst="rect">
            <a:avLst/>
          </a:prstGeom>
        </p:spPr>
      </p:pic>
      <p:pic>
        <p:nvPicPr>
          <p:cNvPr id="13" name="Picture 12" descr="A graph of a graph showing a number of numbers&#10;&#10;AI-generated content may be incorrect.">
            <a:extLst>
              <a:ext uri="{FF2B5EF4-FFF2-40B4-BE49-F238E27FC236}">
                <a16:creationId xmlns:a16="http://schemas.microsoft.com/office/drawing/2014/main" id="{C3329FE9-90A7-0928-48C0-7962EE6CB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410" y="2853716"/>
            <a:ext cx="2702328" cy="16931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2442E6-DCFB-3EB3-477F-8208BFE23C38}"/>
              </a:ext>
            </a:extLst>
          </p:cNvPr>
          <p:cNvSpPr txBox="1"/>
          <p:nvPr/>
        </p:nvSpPr>
        <p:spPr>
          <a:xfrm>
            <a:off x="40730" y="4732358"/>
            <a:ext cx="62658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/>
              <a:t>With same volume and length as the scanned </a:t>
            </a:r>
            <a:r>
              <a:rPr lang="en-GB" sz="1400" err="1"/>
              <a:t>swimbladder</a:t>
            </a:r>
            <a:r>
              <a:rPr lang="en-GB" sz="1400"/>
              <a:t>: </a:t>
            </a:r>
          </a:p>
          <a:p>
            <a:r>
              <a:rPr lang="en-GB" sz="1400"/>
              <a:t>a=0.0407 m</a:t>
            </a:r>
          </a:p>
          <a:p>
            <a:r>
              <a:rPr lang="en-GB" sz="1400"/>
              <a:t>b=0.0039 m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CBD4D6-97D0-C534-7720-86A275F2E505}"/>
              </a:ext>
            </a:extLst>
          </p:cNvPr>
          <p:cNvGrpSpPr/>
          <p:nvPr/>
        </p:nvGrpSpPr>
        <p:grpSpPr>
          <a:xfrm>
            <a:off x="1120187" y="5474586"/>
            <a:ext cx="3019734" cy="935191"/>
            <a:chOff x="806106" y="4548394"/>
            <a:chExt cx="4227496" cy="171679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F2467C0-2B15-ACD8-7763-0AA441A3094B}"/>
                </a:ext>
              </a:extLst>
            </p:cNvPr>
            <p:cNvGrpSpPr/>
            <p:nvPr/>
          </p:nvGrpSpPr>
          <p:grpSpPr>
            <a:xfrm>
              <a:off x="806106" y="5256659"/>
              <a:ext cx="4227496" cy="1008526"/>
              <a:chOff x="4188336" y="2307550"/>
              <a:chExt cx="3091048" cy="737411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168D372-1E5A-185E-CE50-2B0C0FBD2C26}"/>
                  </a:ext>
                </a:extLst>
              </p:cNvPr>
              <p:cNvSpPr/>
              <p:nvPr/>
            </p:nvSpPr>
            <p:spPr>
              <a:xfrm>
                <a:off x="4355323" y="2307550"/>
                <a:ext cx="2823293" cy="737411"/>
              </a:xfrm>
              <a:prstGeom prst="ellipse">
                <a:avLst/>
              </a:prstGeom>
              <a:solidFill>
                <a:schemeClr val="bg2">
                  <a:alpha val="89000"/>
                </a:schemeClr>
              </a:solidFill>
              <a:ln>
                <a:noFill/>
              </a:ln>
              <a:effectLst>
                <a:innerShdw blurRad="342900" dist="127000" dir="54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6A32BFE-C200-43F2-2AA8-C2D7278183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8336" y="2676256"/>
                <a:ext cx="3091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1F692B5-B7C9-2545-9DCA-0ACF412A18FB}"/>
                  </a:ext>
                </a:extLst>
              </p:cNvPr>
              <p:cNvSpPr/>
              <p:nvPr/>
            </p:nvSpPr>
            <p:spPr>
              <a:xfrm>
                <a:off x="5690955" y="2320354"/>
                <a:ext cx="192930" cy="724607"/>
              </a:xfrm>
              <a:prstGeom prst="ellipse">
                <a:avLst/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21C1F29-640F-119C-F0D2-83B52962931A}"/>
                </a:ext>
              </a:extLst>
            </p:cNvPr>
            <p:cNvCxnSpPr>
              <a:cxnSpLocks/>
            </p:cNvCxnSpPr>
            <p:nvPr/>
          </p:nvCxnSpPr>
          <p:spPr>
            <a:xfrm>
              <a:off x="1034487" y="5114611"/>
              <a:ext cx="386129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D9B8EE-A3A9-CE26-2305-44EDAC427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5786" y="5083056"/>
              <a:ext cx="0" cy="77834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B16086C-F783-DDC3-EEB2-D898F6FD71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400" y="5003129"/>
              <a:ext cx="0" cy="77834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4ACAE0A-5230-4DF6-95DA-F229ED78E3F4}"/>
                    </a:ext>
                  </a:extLst>
                </p:cNvPr>
                <p:cNvSpPr txBox="1"/>
                <p:nvPr/>
              </p:nvSpPr>
              <p:spPr>
                <a:xfrm>
                  <a:off x="2705070" y="4548394"/>
                  <a:ext cx="4295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4ACAE0A-5230-4DF6-95DA-F229ED78E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5070" y="4548394"/>
                  <a:ext cx="429567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9216" b="-696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25A80C8-48BF-4E9C-0323-3EA5E2C7AA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3105" y="5392302"/>
              <a:ext cx="82306" cy="3773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F296CD9-3B44-5250-7442-1B2F98230F11}"/>
                    </a:ext>
                  </a:extLst>
                </p:cNvPr>
                <p:cNvSpPr txBox="1"/>
                <p:nvPr/>
              </p:nvSpPr>
              <p:spPr>
                <a:xfrm>
                  <a:off x="2752310" y="5351196"/>
                  <a:ext cx="4295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F296CD9-3B44-5250-7442-1B2F98230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310" y="5351196"/>
                  <a:ext cx="42956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96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3034B5-08BD-DBE2-8556-EFF5D5D01168}"/>
                  </a:ext>
                </a:extLst>
              </p:cNvPr>
              <p:cNvSpPr txBox="1"/>
              <p:nvPr/>
            </p:nvSpPr>
            <p:spPr>
              <a:xfrm>
                <a:off x="102478" y="4445742"/>
                <a:ext cx="235109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nb-NO" sz="1600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nb-NO" sz="1600" b="0" i="1" smtClean="0">
                          <a:latin typeface="Cambria Math" panose="02040503050406030204" pitchFamily="18" charset="0"/>
                        </a:rPr>
                        <m:t>=2.62189×</m:t>
                      </m:r>
                      <m:sSup>
                        <m:sSupPr>
                          <m:ctrlPr>
                            <a:rPr lang="nb-NO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nb-NO" sz="1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nb-NO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nb-NO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nb-NO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3034B5-08BD-DBE2-8556-EFF5D5D01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8" y="4445742"/>
                <a:ext cx="2351093" cy="246221"/>
              </a:xfrm>
              <a:prstGeom prst="rect">
                <a:avLst/>
              </a:prstGeom>
              <a:blipFill>
                <a:blip r:embed="rId6"/>
                <a:stretch>
                  <a:fillRect l="-1818" r="-779"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2FF4394A-6E43-A3A7-C49F-BA7D1850C9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24" y="444288"/>
            <a:ext cx="2803904" cy="2139417"/>
          </a:xfrm>
          <a:prstGeom prst="rect">
            <a:avLst/>
          </a:prstGeom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F25F66B7-2F03-384C-0405-5895F67203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762" y="444287"/>
            <a:ext cx="2756532" cy="2139417"/>
          </a:xfrm>
          <a:prstGeom prst="rect">
            <a:avLst/>
          </a:prstGeom>
        </p:spPr>
      </p:pic>
      <p:pic>
        <p:nvPicPr>
          <p:cNvPr id="7" name="Picture 6" descr="A graph with blue lines&#10;&#10;AI-generated content may be incorrect.">
            <a:extLst>
              <a:ext uri="{FF2B5EF4-FFF2-40B4-BE49-F238E27FC236}">
                <a16:creationId xmlns:a16="http://schemas.microsoft.com/office/drawing/2014/main" id="{D92B3C74-E450-4B56-67C7-44E4C67CCD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551" y="4678290"/>
            <a:ext cx="2756532" cy="2139417"/>
          </a:xfrm>
          <a:prstGeom prst="rect">
            <a:avLst/>
          </a:prstGeom>
        </p:spPr>
      </p:pic>
      <p:pic>
        <p:nvPicPr>
          <p:cNvPr id="9" name="Picture 8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ABF1BC29-231A-B7EA-6B68-D67A4091DB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620" y="2592941"/>
            <a:ext cx="2756532" cy="2139417"/>
          </a:xfrm>
          <a:prstGeom prst="rect">
            <a:avLst/>
          </a:prstGeom>
        </p:spPr>
      </p:pic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8D288700-F8C0-91D3-2B56-D54EFDE79A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24" y="2568062"/>
            <a:ext cx="2785979" cy="213941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F59EBC2-2356-06EE-B975-EC425B479E4B}"/>
              </a:ext>
            </a:extLst>
          </p:cNvPr>
          <p:cNvGrpSpPr/>
          <p:nvPr/>
        </p:nvGrpSpPr>
        <p:grpSpPr>
          <a:xfrm>
            <a:off x="3215094" y="957866"/>
            <a:ext cx="3105704" cy="3016649"/>
            <a:chOff x="1193800" y="90740"/>
            <a:chExt cx="4003199" cy="388840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FA8E307-DA5D-A11F-0995-60B4DF878A8D}"/>
                </a:ext>
              </a:extLst>
            </p:cNvPr>
            <p:cNvGrpSpPr/>
            <p:nvPr/>
          </p:nvGrpSpPr>
          <p:grpSpPr>
            <a:xfrm>
              <a:off x="1193800" y="90740"/>
              <a:ext cx="4003199" cy="2032528"/>
              <a:chOff x="1193800" y="90740"/>
              <a:chExt cx="4003199" cy="2032528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E025139-9441-6D95-A17E-74467AD198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00725" y="808635"/>
                <a:ext cx="2991267" cy="1314633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96A574E-2621-501A-4013-70E5C22C0B85}"/>
                  </a:ext>
                </a:extLst>
              </p:cNvPr>
              <p:cNvSpPr/>
              <p:nvPr/>
            </p:nvSpPr>
            <p:spPr>
              <a:xfrm rot="236189">
                <a:off x="3287925" y="1382405"/>
                <a:ext cx="177914" cy="15102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526911B-9D9C-BED6-C4B0-0ABEC3D0F9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991" y="364332"/>
                <a:ext cx="0" cy="54772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0EF6D72-7A01-D76A-34DF-BB9FC05F1C97}"/>
                  </a:ext>
                </a:extLst>
              </p:cNvPr>
              <p:cNvCxnSpPr/>
              <p:nvPr/>
            </p:nvCxnSpPr>
            <p:spPr>
              <a:xfrm>
                <a:off x="2994340" y="520493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16F9828-03D4-67C1-BA02-896DA0AC22C0}"/>
                  </a:ext>
                </a:extLst>
              </p:cNvPr>
              <p:cNvCxnSpPr/>
              <p:nvPr/>
            </p:nvCxnSpPr>
            <p:spPr>
              <a:xfrm>
                <a:off x="2994340" y="587687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C81D9C7-40C7-5C0E-00B2-46E32841A4EB}"/>
                  </a:ext>
                </a:extLst>
              </p:cNvPr>
              <p:cNvCxnSpPr/>
              <p:nvPr/>
            </p:nvCxnSpPr>
            <p:spPr>
              <a:xfrm>
                <a:off x="2994340" y="455377"/>
                <a:ext cx="3906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357EB3-3424-7EFA-B279-DD6E58443FFE}"/>
                  </a:ext>
                </a:extLst>
              </p:cNvPr>
              <p:cNvSpPr txBox="1"/>
              <p:nvPr/>
            </p:nvSpPr>
            <p:spPr>
              <a:xfrm>
                <a:off x="1976482" y="90740"/>
                <a:ext cx="1191608" cy="669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>
                    <a:latin typeface="Arial" panose="020B0604020202020204" pitchFamily="34" charset="0"/>
                    <a:cs typeface="Arial" panose="020B0604020202020204" pitchFamily="34" charset="0"/>
                  </a:rPr>
                  <a:t>Incident wave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479D125-4E26-3BA9-06ED-0069E4525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3800" y="1438249"/>
                <a:ext cx="4003199" cy="2044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4089CD9-F416-B3BD-DE3F-C7879782FC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82950" y="716668"/>
                <a:ext cx="43656" cy="8136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7C93131E-16BC-FC7C-C23D-835C30112AAA}"/>
                      </a:ext>
                    </a:extLst>
                  </p:cNvPr>
                  <p:cNvSpPr txBox="1"/>
                  <p:nvPr/>
                </p:nvSpPr>
                <p:spPr>
                  <a:xfrm>
                    <a:off x="4076605" y="624322"/>
                    <a:ext cx="194274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0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7C93131E-16BC-FC7C-C23D-835C30112A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6605" y="624322"/>
                    <a:ext cx="194274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76000" r="-92000" b="-717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4AF05496-0730-89AC-0383-08AD8799D185}"/>
                </a:ext>
              </a:extLst>
            </p:cNvPr>
            <p:cNvSpPr/>
            <p:nvPr/>
          </p:nvSpPr>
          <p:spPr>
            <a:xfrm>
              <a:off x="1777937" y="651552"/>
              <a:ext cx="2852519" cy="3327596"/>
            </a:xfrm>
            <a:prstGeom prst="arc">
              <a:avLst>
                <a:gd name="adj1" fmla="val 16200000"/>
                <a:gd name="adj2" fmla="val 1985138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itle 1">
            <a:extLst>
              <a:ext uri="{FF2B5EF4-FFF2-40B4-BE49-F238E27FC236}">
                <a16:creationId xmlns:a16="http://schemas.microsoft.com/office/drawing/2014/main" id="{C0FFF12E-B7FD-F7AF-2878-79FA19B5C1FC}"/>
              </a:ext>
            </a:extLst>
          </p:cNvPr>
          <p:cNvSpPr txBox="1">
            <a:spLocks/>
          </p:cNvSpPr>
          <p:nvPr/>
        </p:nvSpPr>
        <p:spPr>
          <a:xfrm>
            <a:off x="61283" y="-1"/>
            <a:ext cx="8238654" cy="8572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/>
              <a:t>Can a Prolate Spheroid Acoustically Represent the Herring </a:t>
            </a:r>
            <a:r>
              <a:rPr lang="en-US" sz="2400" err="1"/>
              <a:t>Swimbladder</a:t>
            </a:r>
            <a:r>
              <a:rPr lang="en-US" sz="2400"/>
              <a:t>? Backscattering from CT geometry</a:t>
            </a:r>
          </a:p>
        </p:txBody>
      </p:sp>
    </p:spTree>
    <p:extLst>
      <p:ext uri="{BB962C8B-B14F-4D97-AF65-F5344CB8AC3E}">
        <p14:creationId xmlns:p14="http://schemas.microsoft.com/office/powerpoint/2010/main" val="4032703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BC1D2-2B6B-2A29-163C-B22BC2BA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4976-81A5-A573-D78E-898CD6D07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74847"/>
          </a:xfrm>
        </p:spPr>
        <p:txBody>
          <a:bodyPr>
            <a:normAutofit fontScale="90000"/>
          </a:bodyPr>
          <a:lstStyle/>
          <a:p>
            <a:r>
              <a:rPr lang="nb-NO" sz="3200"/>
              <a:t>L = 0.3 m, N = 150 vs. N = 300</a:t>
            </a:r>
            <a:endParaRPr lang="en-GB" sz="3200"/>
          </a:p>
        </p:txBody>
      </p:sp>
      <p:pic>
        <p:nvPicPr>
          <p:cNvPr id="34" name="Picture 33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AB0FA617-F102-A55D-653B-673810D59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8" y="786247"/>
            <a:ext cx="5830772" cy="2576078"/>
          </a:xfrm>
          <a:prstGeom prst="rect">
            <a:avLst/>
          </a:prstGeom>
        </p:spPr>
      </p:pic>
      <p:pic>
        <p:nvPicPr>
          <p:cNvPr id="36" name="Picture 35" descr="A graph of a graph with lines and numbers&#10;&#10;AI-generated content may be incorrect.">
            <a:extLst>
              <a:ext uri="{FF2B5EF4-FFF2-40B4-BE49-F238E27FC236}">
                <a16:creationId xmlns:a16="http://schemas.microsoft.com/office/drawing/2014/main" id="{BB9D0D15-A54A-5EDB-E3A2-35D5E84F0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370" y="170748"/>
            <a:ext cx="3196800" cy="2995178"/>
          </a:xfrm>
          <a:prstGeom prst="rect">
            <a:avLst/>
          </a:prstGeom>
        </p:spPr>
      </p:pic>
      <p:pic>
        <p:nvPicPr>
          <p:cNvPr id="39" name="Picture 3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4792287-E6A8-B288-D130-63928947C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81532"/>
            <a:ext cx="5501740" cy="3181350"/>
          </a:xfrm>
          <a:prstGeom prst="rect">
            <a:avLst/>
          </a:prstGeom>
        </p:spPr>
      </p:pic>
      <p:pic>
        <p:nvPicPr>
          <p:cNvPr id="41" name="Picture 40" descr="A graph of a graph with lines and numbers&#10;&#10;AI-generated content may be incorrect.">
            <a:extLst>
              <a:ext uri="{FF2B5EF4-FFF2-40B4-BE49-F238E27FC236}">
                <a16:creationId xmlns:a16="http://schemas.microsoft.com/office/drawing/2014/main" id="{A771A5D9-24A5-A7EF-5457-44FEB6D5CB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326" y="215606"/>
            <a:ext cx="3068674" cy="287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04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0F16-35FD-2F28-4D27-152B617B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a box with arrows&#10;&#10;AI-generated content may be incorrect.">
            <a:extLst>
              <a:ext uri="{FF2B5EF4-FFF2-40B4-BE49-F238E27FC236}">
                <a16:creationId xmlns:a16="http://schemas.microsoft.com/office/drawing/2014/main" id="{2AF24694-42BB-3E52-A8AE-D2AA92D6E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19" y="515701"/>
            <a:ext cx="2607418" cy="2468880"/>
          </a:xfrm>
          <a:prstGeom prst="rect">
            <a:avLst/>
          </a:prstGeom>
        </p:spPr>
      </p:pic>
      <p:pic>
        <p:nvPicPr>
          <p:cNvPr id="13" name="Picture 12" descr="A graph of a frequency&#10;&#10;AI-generated content may be incorrect.">
            <a:extLst>
              <a:ext uri="{FF2B5EF4-FFF2-40B4-BE49-F238E27FC236}">
                <a16:creationId xmlns:a16="http://schemas.microsoft.com/office/drawing/2014/main" id="{0C3C3BC9-9D1C-DE21-E514-0572B6186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93" y="3200400"/>
            <a:ext cx="4670171" cy="3657600"/>
          </a:xfrm>
          <a:prstGeom prst="rect">
            <a:avLst/>
          </a:prstGeom>
        </p:spPr>
      </p:pic>
      <p:pic>
        <p:nvPicPr>
          <p:cNvPr id="4" name="Picture 3" descr="A graph of a square object with blue arrows&#10;&#10;AI-generated content may be incorrect.">
            <a:extLst>
              <a:ext uri="{FF2B5EF4-FFF2-40B4-BE49-F238E27FC236}">
                <a16:creationId xmlns:a16="http://schemas.microsoft.com/office/drawing/2014/main" id="{DD34E04C-CFFD-DFA8-76E6-48A85B6D9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329" y="591325"/>
            <a:ext cx="2645378" cy="2468880"/>
          </a:xfrm>
          <a:prstGeom prst="rect">
            <a:avLst/>
          </a:prstGeom>
        </p:spPr>
      </p:pic>
      <p:pic>
        <p:nvPicPr>
          <p:cNvPr id="7" name="Picture 6" descr="A graph of a frequency&#10;&#10;AI-generated content may be incorrect.">
            <a:extLst>
              <a:ext uri="{FF2B5EF4-FFF2-40B4-BE49-F238E27FC236}">
                <a16:creationId xmlns:a16="http://schemas.microsoft.com/office/drawing/2014/main" id="{3DF066D1-AB55-2484-CDC9-658904C982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529" y="3200400"/>
            <a:ext cx="4670171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96517D-1A4B-48DC-E560-89439551B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296" y="631645"/>
            <a:ext cx="2380203" cy="2428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328084-EE89-E51C-56E2-60F1DD50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260114" cy="573227"/>
          </a:xfrm>
        </p:spPr>
        <p:txBody>
          <a:bodyPr>
            <a:normAutofit/>
          </a:bodyPr>
          <a:lstStyle/>
          <a:p>
            <a:r>
              <a:rPr lang="en-US" sz="2800"/>
              <a:t>Superposition vs. Full Scattering (FEM–BEM): </a:t>
            </a:r>
            <a:r>
              <a:rPr lang="en-US" sz="2800" u="sng"/>
              <a:t>Four</a:t>
            </a:r>
            <a:r>
              <a:rPr lang="en-US" sz="2800"/>
              <a:t> Fish</a:t>
            </a:r>
            <a:endParaRPr lang="en-US" sz="28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E9C7A9-1679-32A3-097E-97D4E55DEC03}"/>
                  </a:ext>
                </a:extLst>
              </p:cNvPr>
              <p:cNvSpPr txBox="1"/>
              <p:nvPr/>
            </p:nvSpPr>
            <p:spPr>
              <a:xfrm>
                <a:off x="322501" y="1255684"/>
                <a:ext cx="109830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b-NO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b-NO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/>
                  <a:t>0.1</a:t>
                </a:r>
                <a:r>
                  <a:rPr lang="nb-NO" sz="1200"/>
                  <a:t> 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b-NO" sz="1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b-NO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/>
                  <a:t>0.15</a:t>
                </a:r>
                <a:r>
                  <a:rPr lang="nb-NO" sz="1200"/>
                  <a:t> 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b-NO" sz="1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b-NO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b-NO" sz="1400"/>
                  <a:t>0.20</a:t>
                </a:r>
                <a:r>
                  <a:rPr lang="nb-NO" sz="1200"/>
                  <a:t> m</a:t>
                </a:r>
                <a:endParaRPr lang="en-GB" sz="1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E9C7A9-1679-32A3-097E-97D4E55DE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01" y="1255684"/>
                <a:ext cx="1098302" cy="738664"/>
              </a:xfrm>
              <a:prstGeom prst="rect">
                <a:avLst/>
              </a:prstGeom>
              <a:blipFill>
                <a:blip r:embed="rId7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970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4ab589-b3ea-4f70-9102-f816ffa0df37">
      <Terms xmlns="http://schemas.microsoft.com/office/infopath/2007/PartnerControls"/>
    </lcf76f155ced4ddcb4097134ff3c332f>
    <TaxCatchAll xmlns="fd41cb91-d249-414f-9036-3f237b4e992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09719BCAC724429E4F641825B7F17B" ma:contentTypeVersion="17" ma:contentTypeDescription="Create a new document." ma:contentTypeScope="" ma:versionID="6592ddfc1cebc1885c51090af91645b7">
  <xsd:schema xmlns:xsd="http://www.w3.org/2001/XMLSchema" xmlns:xs="http://www.w3.org/2001/XMLSchema" xmlns:p="http://schemas.microsoft.com/office/2006/metadata/properties" xmlns:ns2="474ab589-b3ea-4f70-9102-f816ffa0df37" xmlns:ns3="fd41cb91-d249-414f-9036-3f237b4e9923" targetNamespace="http://schemas.microsoft.com/office/2006/metadata/properties" ma:root="true" ma:fieldsID="2da040fb7ce2c8993412946b4b508d72" ns2:_="" ns3:_="">
    <xsd:import namespace="474ab589-b3ea-4f70-9102-f816ffa0df37"/>
    <xsd:import namespace="fd41cb91-d249-414f-9036-3f237b4e99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4ab589-b3ea-4f70-9102-f816ffa0df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1cccb08-cbc1-4be7-aef6-ff3b7bf618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41cb91-d249-414f-9036-3f237b4e992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e83886e-0035-4e69-80d1-6aac46dc2ad2}" ma:internalName="TaxCatchAll" ma:showField="CatchAllData" ma:web="fd41cb91-d249-414f-9036-3f237b4e99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380986-E678-4491-9350-90533779CF91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fd41cb91-d249-414f-9036-3f237b4e9923"/>
    <ds:schemaRef ds:uri="474ab589-b3ea-4f70-9102-f816ffa0df37"/>
  </ds:schemaRefs>
</ds:datastoreItem>
</file>

<file path=customXml/itemProps2.xml><?xml version="1.0" encoding="utf-8"?>
<ds:datastoreItem xmlns:ds="http://schemas.openxmlformats.org/officeDocument/2006/customXml" ds:itemID="{BA7F9627-7465-49CD-8B1D-37A31E399732}">
  <ds:schemaRefs>
    <ds:schemaRef ds:uri="474ab589-b3ea-4f70-9102-f816ffa0df37"/>
    <ds:schemaRef ds:uri="fd41cb91-d249-414f-9036-3f237b4e99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9B38F1B-D1B5-4D86-A95D-D4E39FB81EC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75831ad-1e34-4fc6-a864-2a5c4148fa17}" enabled="1" method="Privileged" siteId="{70a6eba4-9671-45d2-b83e-432e065022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810</Words>
  <Application>Microsoft Office PowerPoint</Application>
  <PresentationFormat>Widescreen</PresentationFormat>
  <Paragraphs>118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Modelling acoustic backscattering by herring</vt:lpstr>
      <vt:lpstr>Broadband Herring school (Sv(f))</vt:lpstr>
      <vt:lpstr>TS from swimbladder modeled as a prolate spheroid</vt:lpstr>
      <vt:lpstr>PowerPoint Presentation</vt:lpstr>
      <vt:lpstr>Superposition for modeling fish school </vt:lpstr>
      <vt:lpstr>Superposition vs. Full Scattering (FEM–BEM): Two, Three, and Four Fish</vt:lpstr>
      <vt:lpstr>L = 0.3 m, N = 150</vt:lpstr>
      <vt:lpstr>Effect of fish number (N) and size (L) for average tilt angle of 90 (Broadside):</vt:lpstr>
      <vt:lpstr>Effect of average tilt angle for large herring: (L fish = 0.3 m)</vt:lpstr>
      <vt:lpstr>PowerPoint Presentation</vt:lpstr>
      <vt:lpstr>Sv(f) for small and large herring when the average tilt is less than 90</vt:lpstr>
      <vt:lpstr>Low frequency resonance peaks</vt:lpstr>
      <vt:lpstr>Can the resonance peaks be detected from multiple observations of the same aggregation?</vt:lpstr>
      <vt:lpstr>Can we detect mixed sized aggregations?</vt:lpstr>
      <vt:lpstr>Concluding remarks</vt:lpstr>
      <vt:lpstr>Can a Prolate Spheroid Acoustically Represent the Herring Swimbladder?</vt:lpstr>
      <vt:lpstr>PowerPoint Presentation</vt:lpstr>
      <vt:lpstr>L = 0.3 m, N = 150 vs. N = 300</vt:lpstr>
      <vt:lpstr>Superposition vs. Full Scattering (FEM–BEM): Four Fish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Khodabandeloo, Babak</cp:lastModifiedBy>
  <cp:revision>1</cp:revision>
  <dcterms:created xsi:type="dcterms:W3CDTF">2025-10-21T11:39:23Z</dcterms:created>
  <dcterms:modified xsi:type="dcterms:W3CDTF">2025-11-03T08:46:17Z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0x0101002609719BCAC724429E4F641825B7F17B</vt:lpwstr>
  </property>
  <property fmtid="{D5CDD505-2E9C-101B-9397-08002B2CF9AE}" pid="3" name="MediaServiceImageTags">
    <vt:lpwstr/>
  </property>
</Properties>
</file>